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0"/>
  </p:notesMasterIdLst>
  <p:sldIdLst>
    <p:sldId id="256" r:id="rId2"/>
    <p:sldId id="257" r:id="rId3"/>
    <p:sldId id="258" r:id="rId4"/>
    <p:sldId id="259" r:id="rId5"/>
    <p:sldId id="260" r:id="rId6"/>
    <p:sldId id="261" r:id="rId7"/>
    <p:sldId id="262" r:id="rId8"/>
    <p:sldId id="263" r:id="rId9"/>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3" d="100"/>
          <a:sy n="33" d="100"/>
        </p:scale>
        <p:origin x="192" y="3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Hoja1!$B$1</c:f>
              <c:strCache>
                <c:ptCount val="1"/>
                <c:pt idx="0">
                  <c:v>Encuesta (%)</c:v>
                </c:pt>
              </c:strCache>
            </c:strRef>
          </c:tx>
          <c:spPr>
            <a:solidFill>
              <a:srgbClr val="C1440E"/>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200" b="0" i="0" u="none" strike="noStrike" kern="1200" baseline="0">
                    <a:solidFill>
                      <a:srgbClr val="023820"/>
                    </a:solidFill>
                    <a:latin typeface="Segoe UI" panose="020B0502040204020203" pitchFamily="34" charset="0"/>
                    <a:ea typeface="+mn-ea"/>
                    <a:cs typeface="+mn-cs"/>
                  </a:defRPr>
                </a:pPr>
                <a:endParaRPr lang="es-E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Hoja1!$A$2:$A$3</c:f>
              <c:strCache>
                <c:ptCount val="2"/>
                <c:pt idx="0">
                  <c:v>H1 · Iría al local sin volver a comprobar</c:v>
                </c:pt>
                <c:pt idx="1">
                  <c:v>Pagaría una suscripción como usuario</c:v>
                </c:pt>
              </c:strCache>
            </c:strRef>
          </c:cat>
          <c:val>
            <c:numRef>
              <c:f>Hoja1!$B$2:$B$3</c:f>
              <c:numCache>
                <c:formatCode>General</c:formatCode>
                <c:ptCount val="2"/>
              </c:numCache>
            </c:numRef>
          </c:val>
          <c:extLst>
            <c:ext xmlns:c16="http://schemas.microsoft.com/office/drawing/2014/chart" uri="{C3380CC4-5D6E-409C-BE32-E72D297353CC}">
              <c16:uniqueId val="{00000000-9A82-4513-8387-96C62296F05D}"/>
            </c:ext>
          </c:extLst>
        </c:ser>
        <c:dLbls>
          <c:showLegendKey val="0"/>
          <c:showVal val="0"/>
          <c:showCatName val="0"/>
          <c:showSerName val="0"/>
          <c:showPercent val="0"/>
          <c:showBubbleSize val="0"/>
        </c:dLbls>
        <c:gapWidth val="120"/>
        <c:overlap val="-27"/>
        <c:axId val="2116818048"/>
        <c:axId val="1897382800"/>
      </c:barChart>
      <c:catAx>
        <c:axId val="2116818048"/>
        <c:scaling>
          <c:orientation val="minMax"/>
        </c:scaling>
        <c:delete val="0"/>
        <c:axPos val="b"/>
        <c:numFmt formatCode="General" sourceLinked="1"/>
        <c:majorTickMark val="none"/>
        <c:minorTickMark val="none"/>
        <c:tickLblPos val="nextTo"/>
        <c:spPr>
          <a:noFill/>
          <a:ln w="9525" cap="flat" cmpd="sng" algn="ctr">
            <a:solidFill>
              <a:srgbClr val="5A4A3A"/>
            </a:solidFill>
            <a:round/>
          </a:ln>
          <a:effectLst/>
        </c:spPr>
        <c:txPr>
          <a:bodyPr rot="-60000000" spcFirstLastPara="1" vertOverflow="ellipsis" vert="horz" wrap="square" anchor="ctr" anchorCtr="1"/>
          <a:lstStyle/>
          <a:p>
            <a:pPr>
              <a:defRPr sz="1200" b="0" i="0" u="none" strike="noStrike" kern="1200" baseline="0">
                <a:solidFill>
                  <a:srgbClr val="023820"/>
                </a:solidFill>
                <a:latin typeface="Segoe UI" panose="020B0502040204020203" pitchFamily="34" charset="0"/>
                <a:ea typeface="+mn-ea"/>
                <a:cs typeface="+mn-cs"/>
              </a:defRPr>
            </a:pPr>
            <a:endParaRPr lang="es-ES"/>
          </a:p>
        </c:txPr>
        <c:crossAx val="1897382800"/>
        <c:crosses val="autoZero"/>
        <c:auto val="1"/>
        <c:lblAlgn val="ctr"/>
        <c:lblOffset val="100"/>
        <c:noMultiLvlLbl val="0"/>
      </c:catAx>
      <c:valAx>
        <c:axId val="1897382800"/>
        <c:scaling>
          <c:orientation val="minMax"/>
          <c:max val="100"/>
          <c:min val="0"/>
        </c:scaling>
        <c:delete val="0"/>
        <c:axPos val="l"/>
        <c:majorGridlines>
          <c:spPr>
            <a:ln w="9525" cap="flat" cmpd="sng" algn="ctr">
              <a:solidFill>
                <a:srgbClr val="EDD9A8"/>
              </a:solidFill>
              <a:round/>
            </a:ln>
            <a:effectLst/>
          </c:spPr>
        </c:majorGridlines>
        <c:numFmt formatCode="0&quot; %&quot;" sourceLinked="0"/>
        <c:majorTickMark val="none"/>
        <c:minorTickMark val="none"/>
        <c:tickLblPos val="nextTo"/>
        <c:spPr>
          <a:noFill/>
          <a:ln>
            <a:noFill/>
          </a:ln>
          <a:effectLst/>
        </c:spPr>
        <c:txPr>
          <a:bodyPr rot="-60000000" spcFirstLastPara="1" vertOverflow="ellipsis" vert="horz" wrap="square" anchor="ctr" anchorCtr="1"/>
          <a:lstStyle/>
          <a:p>
            <a:pPr>
              <a:defRPr sz="1200" b="0" i="0" u="none" strike="noStrike" kern="1200" baseline="0">
                <a:solidFill>
                  <a:srgbClr val="023820"/>
                </a:solidFill>
                <a:latin typeface="Segoe UI" panose="020B0502040204020203" pitchFamily="34" charset="0"/>
                <a:ea typeface="+mn-ea"/>
                <a:cs typeface="+mn-cs"/>
              </a:defRPr>
            </a:pPr>
            <a:endParaRPr lang="es-ES"/>
          </a:p>
        </c:txPr>
        <c:crossAx val="2116818048"/>
        <c:crosses val="autoZero"/>
        <c:crossBetween val="between"/>
        <c:majorUnit val="25"/>
      </c:valAx>
      <c:spPr>
        <a:noFill/>
        <a:ln>
          <a:noFill/>
        </a:ln>
        <a:effectLst/>
        <a:extLst>
          <a:ext uri="{909E8E84-426E-40DD-AFC4-6F175D3DCCD1}">
            <a14:hiddenFill xmlns:a14="http://schemas.microsoft.com/office/drawing/2010/main">
              <a:noFill/>
            </a14:hiddenFill>
          </a:ext>
        </a:ex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a:extLst>
      <a:ext uri="{909E8E84-426E-40DD-AFC4-6F175D3DCCD1}">
        <a14:hiddenFill xmlns:a14="http://schemas.microsoft.com/office/drawing/2010/main">
          <a:noFill/>
        </a14:hiddenFill>
      </a:ext>
      <a:ext uri="{91240B29-F687-4F45-9708-019B960494DF}">
        <a14:hiddenLine xmlns:a14="http://schemas.microsoft.com/office/drawing/2010/main">
          <a:noFill/>
        </a14:hiddenLine>
      </a:ext>
    </a:extLst>
  </c:spPr>
  <c:txPr>
    <a:bodyPr/>
    <a:lstStyle/>
    <a:p>
      <a:pPr>
        <a:defRPr sz="1200">
          <a:solidFill>
            <a:srgbClr val="023820"/>
          </a:solidFill>
          <a:latin typeface="Segoe UI" panose="020B0502040204020203" pitchFamily="34" charset="0"/>
        </a:defRPr>
      </a:pPr>
      <a:endParaRPr lang="es-E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ES"/>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C3FD449-ABAC-4BD5-A5A4-EDEA77532178}" type="datetimeFigureOut">
              <a:rPr lang="es-ES" smtClean="0"/>
              <a:t>31/10/2026</a:t>
            </a:fld>
            <a:endParaRPr lang="es-ES"/>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ES"/>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ES"/>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1CE1A7F-C00E-4D7D-AA86-5B8D948A35D6}" type="slidenum">
              <a:rPr lang="es-ES" smtClean="0"/>
              <a:t>‹Nº›</a:t>
            </a:fld>
            <a:endParaRPr lang="es-ES"/>
          </a:p>
        </p:txBody>
      </p:sp>
    </p:spTree>
    <p:extLst>
      <p:ext uri="{BB962C8B-B14F-4D97-AF65-F5344CB8AC3E}">
        <p14:creationId xmlns:p14="http://schemas.microsoft.com/office/powerpoint/2010/main" val="3313686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Os contamos algo que nos pasó: somos estudiantes, viajamos mucho y desconocemos todas las posibilidades para comer según nuestras necesidades.</a:t>
            </a:r>
          </a:p>
          <a:p>
            <a:r>
              <a:rPr lang="es-ES"/>
              <a:t>(pausa) ¿A cuántos os ha pasado?</a:t>
            </a:r>
          </a:p>
        </p:txBody>
      </p:sp>
      <p:sp>
        <p:nvSpPr>
          <p:cNvPr id="4" name="Marcador de número de diapositiva 3"/>
          <p:cNvSpPr>
            <a:spLocks noGrp="1"/>
          </p:cNvSpPr>
          <p:nvPr>
            <p:ph type="sldNum" sz="quarter" idx="5"/>
          </p:nvPr>
        </p:nvSpPr>
        <p:spPr/>
        <p:txBody>
          <a:bodyPr/>
          <a:lstStyle/>
          <a:p>
            <a:fld id="{01CE1A7F-C00E-4D7D-AA86-5B8D948A35D6}" type="slidenum">
              <a:rPr lang="es-ES" smtClean="0"/>
              <a:t>1</a:t>
            </a:fld>
            <a:endParaRPr lang="es-ES"/>
          </a:p>
        </p:txBody>
      </p:sp>
    </p:spTree>
    <p:extLst>
      <p:ext uri="{BB962C8B-B14F-4D97-AF65-F5344CB8AC3E}">
        <p14:creationId xmlns:p14="http://schemas.microsoft.com/office/powerpoint/2010/main" val="403153220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Lo que nos contaron: información dispersa en muchas fuentes y un proceso largo; menús y precios desactualizados o distintos a la realidad.</a:t>
            </a:r>
          </a:p>
          <a:p>
            <a:r>
              <a:rPr lang="es-ES"/>
              <a:t>Hoy lo resuelven con aplicaciones como TheFork, Google Maps o Google, y no les basta.</a:t>
            </a:r>
          </a:p>
        </p:txBody>
      </p:sp>
      <p:sp>
        <p:nvSpPr>
          <p:cNvPr id="4" name="Marcador de número de diapositiva 3"/>
          <p:cNvSpPr>
            <a:spLocks noGrp="1"/>
          </p:cNvSpPr>
          <p:nvPr>
            <p:ph type="sldNum" sz="quarter" idx="5"/>
          </p:nvPr>
        </p:nvSpPr>
        <p:spPr/>
        <p:txBody>
          <a:bodyPr/>
          <a:lstStyle/>
          <a:p>
            <a:fld id="{01CE1A7F-C00E-4D7D-AA86-5B8D948A35D6}" type="slidenum">
              <a:rPr lang="es-ES" smtClean="0"/>
              <a:t>2</a:t>
            </a:fld>
            <a:endParaRPr lang="es-ES"/>
          </a:p>
        </p:txBody>
      </p:sp>
    </p:spTree>
    <p:extLst>
      <p:ext uri="{BB962C8B-B14F-4D97-AF65-F5344CB8AC3E}">
        <p14:creationId xmlns:p14="http://schemas.microsoft.com/office/powerpoint/2010/main" val="102681427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Nuestro insight: su problema no es tanto la falta de opciones como la falta de confianza en la información disponible.</a:t>
            </a:r>
          </a:p>
          <a:p>
            <a:r>
              <a:rPr lang="es-ES"/>
              <a:t>Lo que ven en mapas y redes no siempre coincide con lo que encuentran en el local (menús y precios desactualizados), y por eso acaban cruzando varias fuentes y verificando por su cuenta, y aun así a veces fallan.</a:t>
            </a:r>
          </a:p>
        </p:txBody>
      </p:sp>
      <p:sp>
        <p:nvSpPr>
          <p:cNvPr id="4" name="Marcador de número de diapositiva 3"/>
          <p:cNvSpPr>
            <a:spLocks noGrp="1"/>
          </p:cNvSpPr>
          <p:nvPr>
            <p:ph type="sldNum" sz="quarter" idx="5"/>
          </p:nvPr>
        </p:nvSpPr>
        <p:spPr/>
        <p:txBody>
          <a:bodyPr/>
          <a:lstStyle/>
          <a:p>
            <a:fld id="{01CE1A7F-C00E-4D7D-AA86-5B8D948A35D6}" type="slidenum">
              <a:rPr lang="es-ES" smtClean="0"/>
              <a:t>3</a:t>
            </a:fld>
            <a:endParaRPr lang="es-ES"/>
          </a:p>
        </p:txBody>
      </p:sp>
    </p:spTree>
    <p:extLst>
      <p:ext uri="{BB962C8B-B14F-4D97-AF65-F5344CB8AC3E}">
        <p14:creationId xmlns:p14="http://schemas.microsoft.com/office/powerpoint/2010/main" val="6058820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FoodMatch: Come bien, ve a lo seguro. Os lo enseñamos en directo.</a:t>
            </a:r>
          </a:p>
          <a:p>
            <a:r>
              <a:rPr lang="es-ES"/>
              <a:t>(DEMO) Plan B si falla la conexión: recorred estas cuatro capturas.</a:t>
            </a:r>
          </a:p>
        </p:txBody>
      </p:sp>
      <p:sp>
        <p:nvSpPr>
          <p:cNvPr id="4" name="Marcador de número de diapositiva 3"/>
          <p:cNvSpPr>
            <a:spLocks noGrp="1"/>
          </p:cNvSpPr>
          <p:nvPr>
            <p:ph type="sldNum" sz="quarter" idx="5"/>
          </p:nvPr>
        </p:nvSpPr>
        <p:spPr/>
        <p:txBody>
          <a:bodyPr/>
          <a:lstStyle/>
          <a:p>
            <a:fld id="{01CE1A7F-C00E-4D7D-AA86-5B8D948A35D6}" type="slidenum">
              <a:rPr lang="es-ES" smtClean="0"/>
              <a:t>4</a:t>
            </a:fld>
            <a:endParaRPr lang="es-ES"/>
          </a:p>
        </p:txBody>
      </p:sp>
    </p:spTree>
    <p:extLst>
      <p:ext uri="{BB962C8B-B14F-4D97-AF65-F5344CB8AC3E}">
        <p14:creationId xmlns:p14="http://schemas.microsoft.com/office/powerpoint/2010/main" val="1997444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Encuesta (n = 12, datos de práctica). H1: la promesa de confianza resulta creíble sobre el papel, pero eso no es una prueba de conducta.</a:t>
            </a:r>
          </a:p>
          <a:p>
            <a:r>
              <a:rPr lang="es-ES"/>
              <a:t>H2: habla de si podemos hacer la verificación, no de si alguien la paga, así que esta encuesta no la mide. El dato de pago sí nos avisa de algo serio para el modelo de negocio: hoy casi nadie pagaría.</a:t>
            </a:r>
          </a:p>
          <a:p>
            <a:r>
              <a:rPr lang="es-ES"/>
              <a:t>En el test con usuarios vimos 5 problemas de uso; los más graves los hemos corregido en esta versión.</a:t>
            </a:r>
          </a:p>
          <a:p>
            <a:r>
              <a:rPr lang="es-ES"/>
              <a:t>H1 · Quien pide una recomendación verificada acaba yendo al local sin volver a comprobarlo → no concluyente. H2 · Podemos verificar menú, precio y opción dietética de un local en poco tiempo y mantenerlo al día cada 30 días → no concluyente.</a:t>
            </a:r>
          </a:p>
          <a:p>
            <a:r>
              <a:rPr lang="es-ES"/>
              <a:t>Para completar el gráfico: clic derecho → Editar datos y escribid los dos porcentajes; después borrad las etiquetas [DATO PENDIENTE].</a:t>
            </a:r>
          </a:p>
        </p:txBody>
      </p:sp>
      <p:sp>
        <p:nvSpPr>
          <p:cNvPr id="4" name="Marcador de número de diapositiva 3"/>
          <p:cNvSpPr>
            <a:spLocks noGrp="1"/>
          </p:cNvSpPr>
          <p:nvPr>
            <p:ph type="sldNum" sz="quarter" idx="5"/>
          </p:nvPr>
        </p:nvSpPr>
        <p:spPr/>
        <p:txBody>
          <a:bodyPr/>
          <a:lstStyle/>
          <a:p>
            <a:fld id="{01CE1A7F-C00E-4D7D-AA86-5B8D948A35D6}" type="slidenum">
              <a:rPr lang="es-ES" smtClean="0"/>
              <a:t>5</a:t>
            </a:fld>
            <a:endParaRPr lang="es-ES"/>
          </a:p>
        </p:txBody>
      </p:sp>
    </p:spTree>
    <p:extLst>
      <p:ext uri="{BB962C8B-B14F-4D97-AF65-F5344CB8AC3E}">
        <p14:creationId xmlns:p14="http://schemas.microsoft.com/office/powerpoint/2010/main" val="236042608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Cómo ganamos dinero: gratis para el usuario (ya decidido); pago de los restaurantes por mejor posicionamiento si mantienen sus datos al día; promociones para estudiantes patrocinadas por los locales.</a:t>
            </a:r>
          </a:p>
        </p:txBody>
      </p:sp>
      <p:sp>
        <p:nvSpPr>
          <p:cNvPr id="4" name="Marcador de número de diapositiva 3"/>
          <p:cNvSpPr>
            <a:spLocks noGrp="1"/>
          </p:cNvSpPr>
          <p:nvPr>
            <p:ph type="sldNum" sz="quarter" idx="5"/>
          </p:nvPr>
        </p:nvSpPr>
        <p:spPr/>
        <p:txBody>
          <a:bodyPr/>
          <a:lstStyle/>
          <a:p>
            <a:fld id="{01CE1A7F-C00E-4D7D-AA86-5B8D948A35D6}" type="slidenum">
              <a:rPr lang="es-ES" smtClean="0"/>
              <a:t>6</a:t>
            </a:fld>
            <a:endParaRPr lang="es-ES"/>
          </a:p>
        </p:txBody>
      </p:sp>
    </p:spTree>
    <p:extLst>
      <p:ext uri="{BB962C8B-B14F-4D97-AF65-F5344CB8AC3E}">
        <p14:creationId xmlns:p14="http://schemas.microsoft.com/office/powerpoint/2010/main" val="34945788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Iteramos. Seguimos adelante con FoodMatch como app gratuita para el usuario. El problema existe y el concepto se entiende y genera confianza en una muestra pequeña.</a:t>
            </a:r>
          </a:p>
          <a:p>
            <a:r>
              <a:rPr lang="es-ES"/>
              <a:t>Descartamos cobrar una suscripción al usuario como primera opción y exploraremos que paguen los locales.</a:t>
            </a:r>
          </a:p>
        </p:txBody>
      </p:sp>
      <p:sp>
        <p:nvSpPr>
          <p:cNvPr id="4" name="Marcador de número de diapositiva 3"/>
          <p:cNvSpPr>
            <a:spLocks noGrp="1"/>
          </p:cNvSpPr>
          <p:nvPr>
            <p:ph type="sldNum" sz="quarter" idx="5"/>
          </p:nvPr>
        </p:nvSpPr>
        <p:spPr/>
        <p:txBody>
          <a:bodyPr/>
          <a:lstStyle/>
          <a:p>
            <a:fld id="{01CE1A7F-C00E-4D7D-AA86-5B8D948A35D6}" type="slidenum">
              <a:rPr lang="es-ES" smtClean="0"/>
              <a:t>7</a:t>
            </a:fld>
            <a:endParaRPr lang="es-ES"/>
          </a:p>
        </p:txBody>
      </p:sp>
    </p:spTree>
    <p:extLst>
      <p:ext uri="{BB962C8B-B14F-4D97-AF65-F5344CB8AC3E}">
        <p14:creationId xmlns:p14="http://schemas.microsoft.com/office/powerpoint/2010/main" val="255142981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r>
              <a:rPr lang="es-ES"/>
              <a:t>Probad FoodMatch ahora: escanead el QR.</a:t>
            </a:r>
          </a:p>
          <a:p>
            <a:r>
              <a:rPr lang="es-ES"/>
              <a:t>Come bien, ve a lo seguro.</a:t>
            </a:r>
          </a:p>
        </p:txBody>
      </p:sp>
      <p:sp>
        <p:nvSpPr>
          <p:cNvPr id="4" name="Marcador de número de diapositiva 3"/>
          <p:cNvSpPr>
            <a:spLocks noGrp="1"/>
          </p:cNvSpPr>
          <p:nvPr>
            <p:ph type="sldNum" sz="quarter" idx="5"/>
          </p:nvPr>
        </p:nvSpPr>
        <p:spPr/>
        <p:txBody>
          <a:bodyPr/>
          <a:lstStyle/>
          <a:p>
            <a:fld id="{01CE1A7F-C00E-4D7D-AA86-5B8D948A35D6}" type="slidenum">
              <a:rPr lang="es-ES" smtClean="0"/>
              <a:t>8</a:t>
            </a:fld>
            <a:endParaRPr lang="es-ES"/>
          </a:p>
        </p:txBody>
      </p:sp>
    </p:spTree>
    <p:extLst>
      <p:ext uri="{BB962C8B-B14F-4D97-AF65-F5344CB8AC3E}">
        <p14:creationId xmlns:p14="http://schemas.microsoft.com/office/powerpoint/2010/main" val="97336479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E12C8E-8B38-06FD-623F-F09264065FD0}"/>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a:extLst>
              <a:ext uri="{FF2B5EF4-FFF2-40B4-BE49-F238E27FC236}">
                <a16:creationId xmlns:a16="http://schemas.microsoft.com/office/drawing/2014/main" id="{34C90E3B-8016-B089-7B1C-CCB2C6CC219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p>
        </p:txBody>
      </p:sp>
      <p:sp>
        <p:nvSpPr>
          <p:cNvPr id="4" name="Marcador de fecha 3">
            <a:extLst>
              <a:ext uri="{FF2B5EF4-FFF2-40B4-BE49-F238E27FC236}">
                <a16:creationId xmlns:a16="http://schemas.microsoft.com/office/drawing/2014/main" id="{8097D273-8987-2C7F-E92B-3A2CE9F69265}"/>
              </a:ext>
            </a:extLst>
          </p:cNvPr>
          <p:cNvSpPr>
            <a:spLocks noGrp="1"/>
          </p:cNvSpPr>
          <p:nvPr>
            <p:ph type="dt" sz="half" idx="10"/>
          </p:nvPr>
        </p:nvSpPr>
        <p:spPr/>
        <p:txBody>
          <a:bodyPr/>
          <a:lstStyle/>
          <a:p>
            <a:fld id="{7096B4DC-CB5B-4F60-8994-6A40EE2B5374}" type="datetimeFigureOut">
              <a:rPr lang="es-ES" smtClean="0"/>
              <a:t>31/10/2026</a:t>
            </a:fld>
            <a:endParaRPr lang="es-ES"/>
          </a:p>
        </p:txBody>
      </p:sp>
      <p:sp>
        <p:nvSpPr>
          <p:cNvPr id="5" name="Marcador de pie de página 4">
            <a:extLst>
              <a:ext uri="{FF2B5EF4-FFF2-40B4-BE49-F238E27FC236}">
                <a16:creationId xmlns:a16="http://schemas.microsoft.com/office/drawing/2014/main" id="{039A09B8-764B-31C1-4F40-28EAAB036CBA}"/>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6A59FD4D-8CB7-6264-D6FD-0E28D5DD8FF5}"/>
              </a:ext>
            </a:extLst>
          </p:cNvPr>
          <p:cNvSpPr>
            <a:spLocks noGrp="1"/>
          </p:cNvSpPr>
          <p:nvPr>
            <p:ph type="sldNum" sz="quarter" idx="12"/>
          </p:nvPr>
        </p:nvSpPr>
        <p:spPr/>
        <p:txBody>
          <a:bodyPr/>
          <a:lstStyle/>
          <a:p>
            <a:fld id="{F2B3DFFF-E04F-412E-B1BD-3E8842C71FD9}" type="slidenum">
              <a:rPr lang="es-ES" smtClean="0"/>
              <a:t>‹Nº›</a:t>
            </a:fld>
            <a:endParaRPr lang="es-ES"/>
          </a:p>
        </p:txBody>
      </p:sp>
    </p:spTree>
    <p:extLst>
      <p:ext uri="{BB962C8B-B14F-4D97-AF65-F5344CB8AC3E}">
        <p14:creationId xmlns:p14="http://schemas.microsoft.com/office/powerpoint/2010/main" val="36311843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1A7DCD5-6264-C9B4-DE42-A49930D3A932}"/>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74CB20FA-4B40-1723-9D16-52ACE0BD269C}"/>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5F10612F-0637-DEAF-B49B-D45974EACD3A}"/>
              </a:ext>
            </a:extLst>
          </p:cNvPr>
          <p:cNvSpPr>
            <a:spLocks noGrp="1"/>
          </p:cNvSpPr>
          <p:nvPr>
            <p:ph type="dt" sz="half" idx="10"/>
          </p:nvPr>
        </p:nvSpPr>
        <p:spPr/>
        <p:txBody>
          <a:bodyPr/>
          <a:lstStyle/>
          <a:p>
            <a:fld id="{7096B4DC-CB5B-4F60-8994-6A40EE2B5374}" type="datetimeFigureOut">
              <a:rPr lang="es-ES" smtClean="0"/>
              <a:t>31/10/2026</a:t>
            </a:fld>
            <a:endParaRPr lang="es-ES"/>
          </a:p>
        </p:txBody>
      </p:sp>
      <p:sp>
        <p:nvSpPr>
          <p:cNvPr id="5" name="Marcador de pie de página 4">
            <a:extLst>
              <a:ext uri="{FF2B5EF4-FFF2-40B4-BE49-F238E27FC236}">
                <a16:creationId xmlns:a16="http://schemas.microsoft.com/office/drawing/2014/main" id="{9B92F497-7F3A-B547-76B9-96AC2D5640F7}"/>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9C7F3C55-53FC-9701-937D-D6EFB20D2066}"/>
              </a:ext>
            </a:extLst>
          </p:cNvPr>
          <p:cNvSpPr>
            <a:spLocks noGrp="1"/>
          </p:cNvSpPr>
          <p:nvPr>
            <p:ph type="sldNum" sz="quarter" idx="12"/>
          </p:nvPr>
        </p:nvSpPr>
        <p:spPr/>
        <p:txBody>
          <a:bodyPr/>
          <a:lstStyle/>
          <a:p>
            <a:fld id="{F2B3DFFF-E04F-412E-B1BD-3E8842C71FD9}" type="slidenum">
              <a:rPr lang="es-ES" smtClean="0"/>
              <a:t>‹Nº›</a:t>
            </a:fld>
            <a:endParaRPr lang="es-ES"/>
          </a:p>
        </p:txBody>
      </p:sp>
    </p:spTree>
    <p:extLst>
      <p:ext uri="{BB962C8B-B14F-4D97-AF65-F5344CB8AC3E}">
        <p14:creationId xmlns:p14="http://schemas.microsoft.com/office/powerpoint/2010/main" val="25510779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517C58-1A90-FA89-96D3-6C7916A6ADB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a:extLst>
              <a:ext uri="{FF2B5EF4-FFF2-40B4-BE49-F238E27FC236}">
                <a16:creationId xmlns:a16="http://schemas.microsoft.com/office/drawing/2014/main" id="{B1406644-98AF-08D9-FB14-B31B1A8CCC3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2B223EA0-DECA-4102-EE5A-23195BA48E6A}"/>
              </a:ext>
            </a:extLst>
          </p:cNvPr>
          <p:cNvSpPr>
            <a:spLocks noGrp="1"/>
          </p:cNvSpPr>
          <p:nvPr>
            <p:ph type="dt" sz="half" idx="10"/>
          </p:nvPr>
        </p:nvSpPr>
        <p:spPr/>
        <p:txBody>
          <a:bodyPr/>
          <a:lstStyle/>
          <a:p>
            <a:fld id="{7096B4DC-CB5B-4F60-8994-6A40EE2B5374}" type="datetimeFigureOut">
              <a:rPr lang="es-ES" smtClean="0"/>
              <a:t>31/10/2026</a:t>
            </a:fld>
            <a:endParaRPr lang="es-ES"/>
          </a:p>
        </p:txBody>
      </p:sp>
      <p:sp>
        <p:nvSpPr>
          <p:cNvPr id="5" name="Marcador de pie de página 4">
            <a:extLst>
              <a:ext uri="{FF2B5EF4-FFF2-40B4-BE49-F238E27FC236}">
                <a16:creationId xmlns:a16="http://schemas.microsoft.com/office/drawing/2014/main" id="{3FB6F7CB-9D05-9B07-A63F-FA21C2AAA364}"/>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DF8D86F1-F096-E401-2882-B4651CA73F7D}"/>
              </a:ext>
            </a:extLst>
          </p:cNvPr>
          <p:cNvSpPr>
            <a:spLocks noGrp="1"/>
          </p:cNvSpPr>
          <p:nvPr>
            <p:ph type="sldNum" sz="quarter" idx="12"/>
          </p:nvPr>
        </p:nvSpPr>
        <p:spPr/>
        <p:txBody>
          <a:bodyPr/>
          <a:lstStyle/>
          <a:p>
            <a:fld id="{F2B3DFFF-E04F-412E-B1BD-3E8842C71FD9}" type="slidenum">
              <a:rPr lang="es-ES" smtClean="0"/>
              <a:t>‹Nº›</a:t>
            </a:fld>
            <a:endParaRPr lang="es-ES"/>
          </a:p>
        </p:txBody>
      </p:sp>
    </p:spTree>
    <p:extLst>
      <p:ext uri="{BB962C8B-B14F-4D97-AF65-F5344CB8AC3E}">
        <p14:creationId xmlns:p14="http://schemas.microsoft.com/office/powerpoint/2010/main" val="23494017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0972652-5C32-16B2-325A-4F2628B0F359}"/>
              </a:ext>
            </a:extLst>
          </p:cNvPr>
          <p:cNvSpPr>
            <a:spLocks noGrp="1"/>
          </p:cNvSpPr>
          <p:nvPr>
            <p:ph type="title"/>
          </p:nvPr>
        </p:nvSpPr>
        <p:spPr/>
        <p:txBody>
          <a:body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F7CD573E-4B7A-144E-2E33-D2F719D4EFF0}"/>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a:extLst>
              <a:ext uri="{FF2B5EF4-FFF2-40B4-BE49-F238E27FC236}">
                <a16:creationId xmlns:a16="http://schemas.microsoft.com/office/drawing/2014/main" id="{E5F887E7-981E-1638-5DFF-F7AE56B9A3D6}"/>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a:extLst>
              <a:ext uri="{FF2B5EF4-FFF2-40B4-BE49-F238E27FC236}">
                <a16:creationId xmlns:a16="http://schemas.microsoft.com/office/drawing/2014/main" id="{49327EE3-795A-04E3-C4F2-40B2AF338845}"/>
              </a:ext>
            </a:extLst>
          </p:cNvPr>
          <p:cNvSpPr>
            <a:spLocks noGrp="1"/>
          </p:cNvSpPr>
          <p:nvPr>
            <p:ph type="dt" sz="half" idx="10"/>
          </p:nvPr>
        </p:nvSpPr>
        <p:spPr/>
        <p:txBody>
          <a:bodyPr/>
          <a:lstStyle/>
          <a:p>
            <a:fld id="{7096B4DC-CB5B-4F60-8994-6A40EE2B5374}" type="datetimeFigureOut">
              <a:rPr lang="es-ES" smtClean="0"/>
              <a:t>31/10/2026</a:t>
            </a:fld>
            <a:endParaRPr lang="es-ES"/>
          </a:p>
        </p:txBody>
      </p:sp>
      <p:sp>
        <p:nvSpPr>
          <p:cNvPr id="6" name="Marcador de pie de página 5">
            <a:extLst>
              <a:ext uri="{FF2B5EF4-FFF2-40B4-BE49-F238E27FC236}">
                <a16:creationId xmlns:a16="http://schemas.microsoft.com/office/drawing/2014/main" id="{9E9DAA6D-A9B9-5BA1-BA11-AF89C8B6B8FD}"/>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3E3A7D97-E3AC-37AA-85CC-872D211BD503}"/>
              </a:ext>
            </a:extLst>
          </p:cNvPr>
          <p:cNvSpPr>
            <a:spLocks noGrp="1"/>
          </p:cNvSpPr>
          <p:nvPr>
            <p:ph type="sldNum" sz="quarter" idx="12"/>
          </p:nvPr>
        </p:nvSpPr>
        <p:spPr/>
        <p:txBody>
          <a:bodyPr/>
          <a:lstStyle/>
          <a:p>
            <a:fld id="{F2B3DFFF-E04F-412E-B1BD-3E8842C71FD9}" type="slidenum">
              <a:rPr lang="es-ES" smtClean="0"/>
              <a:t>‹Nº›</a:t>
            </a:fld>
            <a:endParaRPr lang="es-ES"/>
          </a:p>
        </p:txBody>
      </p:sp>
    </p:spTree>
    <p:extLst>
      <p:ext uri="{BB962C8B-B14F-4D97-AF65-F5344CB8AC3E}">
        <p14:creationId xmlns:p14="http://schemas.microsoft.com/office/powerpoint/2010/main" val="13750620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CA409CF-132D-BB5F-156F-413059216145}"/>
              </a:ext>
            </a:extLst>
          </p:cNvPr>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E7B7FD7-8839-8CE0-3FDD-234752351C9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379E8C71-FEC3-1F86-AF0D-097FDE385015}"/>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a:extLst>
              <a:ext uri="{FF2B5EF4-FFF2-40B4-BE49-F238E27FC236}">
                <a16:creationId xmlns:a16="http://schemas.microsoft.com/office/drawing/2014/main" id="{D9CAE8E8-D3B5-8626-9D5F-962BA315FE44}"/>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23466F91-6C2A-3931-30CE-385533C4C34C}"/>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a:extLst>
              <a:ext uri="{FF2B5EF4-FFF2-40B4-BE49-F238E27FC236}">
                <a16:creationId xmlns:a16="http://schemas.microsoft.com/office/drawing/2014/main" id="{AB0E53FB-A975-3AF1-757D-18684649B042}"/>
              </a:ext>
            </a:extLst>
          </p:cNvPr>
          <p:cNvSpPr>
            <a:spLocks noGrp="1"/>
          </p:cNvSpPr>
          <p:nvPr>
            <p:ph type="dt" sz="half" idx="10"/>
          </p:nvPr>
        </p:nvSpPr>
        <p:spPr/>
        <p:txBody>
          <a:bodyPr/>
          <a:lstStyle/>
          <a:p>
            <a:fld id="{7096B4DC-CB5B-4F60-8994-6A40EE2B5374}" type="datetimeFigureOut">
              <a:rPr lang="es-ES" smtClean="0"/>
              <a:t>31/10/2026</a:t>
            </a:fld>
            <a:endParaRPr lang="es-ES"/>
          </a:p>
        </p:txBody>
      </p:sp>
      <p:sp>
        <p:nvSpPr>
          <p:cNvPr id="8" name="Marcador de pie de página 7">
            <a:extLst>
              <a:ext uri="{FF2B5EF4-FFF2-40B4-BE49-F238E27FC236}">
                <a16:creationId xmlns:a16="http://schemas.microsoft.com/office/drawing/2014/main" id="{559B5737-6C1E-478E-E224-ADCBAAE10D1A}"/>
              </a:ext>
            </a:extLst>
          </p:cNvPr>
          <p:cNvSpPr>
            <a:spLocks noGrp="1"/>
          </p:cNvSpPr>
          <p:nvPr>
            <p:ph type="ftr" sz="quarter" idx="11"/>
          </p:nvPr>
        </p:nvSpPr>
        <p:spPr/>
        <p:txBody>
          <a:bodyPr/>
          <a:lstStyle/>
          <a:p>
            <a:endParaRPr lang="es-ES"/>
          </a:p>
        </p:txBody>
      </p:sp>
      <p:sp>
        <p:nvSpPr>
          <p:cNvPr id="9" name="Marcador de número de diapositiva 8">
            <a:extLst>
              <a:ext uri="{FF2B5EF4-FFF2-40B4-BE49-F238E27FC236}">
                <a16:creationId xmlns:a16="http://schemas.microsoft.com/office/drawing/2014/main" id="{5F86A470-C40E-071B-1851-2FE7F940FB2B}"/>
              </a:ext>
            </a:extLst>
          </p:cNvPr>
          <p:cNvSpPr>
            <a:spLocks noGrp="1"/>
          </p:cNvSpPr>
          <p:nvPr>
            <p:ph type="sldNum" sz="quarter" idx="12"/>
          </p:nvPr>
        </p:nvSpPr>
        <p:spPr/>
        <p:txBody>
          <a:bodyPr/>
          <a:lstStyle/>
          <a:p>
            <a:fld id="{F2B3DFFF-E04F-412E-B1BD-3E8842C71FD9}" type="slidenum">
              <a:rPr lang="es-ES" smtClean="0"/>
              <a:t>‹Nº›</a:t>
            </a:fld>
            <a:endParaRPr lang="es-ES"/>
          </a:p>
        </p:txBody>
      </p:sp>
    </p:spTree>
    <p:extLst>
      <p:ext uri="{BB962C8B-B14F-4D97-AF65-F5344CB8AC3E}">
        <p14:creationId xmlns:p14="http://schemas.microsoft.com/office/powerpoint/2010/main" val="35555130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564BCB-D92A-F1E1-5E7F-7C6C006867CD}"/>
              </a:ext>
            </a:extLst>
          </p:cNvPr>
          <p:cNvSpPr>
            <a:spLocks noGrp="1"/>
          </p:cNvSpPr>
          <p:nvPr>
            <p:ph type="title"/>
          </p:nvPr>
        </p:nvSpPr>
        <p:spPr/>
        <p:txBody>
          <a:bodyPr/>
          <a:lstStyle/>
          <a:p>
            <a:r>
              <a:rPr lang="es-ES"/>
              <a:t>Haga clic para modificar el estilo de título del patrón</a:t>
            </a:r>
          </a:p>
        </p:txBody>
      </p:sp>
      <p:sp>
        <p:nvSpPr>
          <p:cNvPr id="3" name="Marcador de fecha 2">
            <a:extLst>
              <a:ext uri="{FF2B5EF4-FFF2-40B4-BE49-F238E27FC236}">
                <a16:creationId xmlns:a16="http://schemas.microsoft.com/office/drawing/2014/main" id="{77FF3FDE-FEA4-6B8E-97F9-7D75BE2615AF}"/>
              </a:ext>
            </a:extLst>
          </p:cNvPr>
          <p:cNvSpPr>
            <a:spLocks noGrp="1"/>
          </p:cNvSpPr>
          <p:nvPr>
            <p:ph type="dt" sz="half" idx="10"/>
          </p:nvPr>
        </p:nvSpPr>
        <p:spPr/>
        <p:txBody>
          <a:bodyPr/>
          <a:lstStyle/>
          <a:p>
            <a:fld id="{7096B4DC-CB5B-4F60-8994-6A40EE2B5374}" type="datetimeFigureOut">
              <a:rPr lang="es-ES" smtClean="0"/>
              <a:t>31/10/2026</a:t>
            </a:fld>
            <a:endParaRPr lang="es-ES"/>
          </a:p>
        </p:txBody>
      </p:sp>
      <p:sp>
        <p:nvSpPr>
          <p:cNvPr id="4" name="Marcador de pie de página 3">
            <a:extLst>
              <a:ext uri="{FF2B5EF4-FFF2-40B4-BE49-F238E27FC236}">
                <a16:creationId xmlns:a16="http://schemas.microsoft.com/office/drawing/2014/main" id="{6924ED68-A562-B7EF-4690-E6F6BEB8340E}"/>
              </a:ext>
            </a:extLst>
          </p:cNvPr>
          <p:cNvSpPr>
            <a:spLocks noGrp="1"/>
          </p:cNvSpPr>
          <p:nvPr>
            <p:ph type="ftr" sz="quarter" idx="11"/>
          </p:nvPr>
        </p:nvSpPr>
        <p:spPr/>
        <p:txBody>
          <a:bodyPr/>
          <a:lstStyle/>
          <a:p>
            <a:endParaRPr lang="es-ES"/>
          </a:p>
        </p:txBody>
      </p:sp>
      <p:sp>
        <p:nvSpPr>
          <p:cNvPr id="5" name="Marcador de número de diapositiva 4">
            <a:extLst>
              <a:ext uri="{FF2B5EF4-FFF2-40B4-BE49-F238E27FC236}">
                <a16:creationId xmlns:a16="http://schemas.microsoft.com/office/drawing/2014/main" id="{44790394-38E5-847F-0639-5232A3268472}"/>
              </a:ext>
            </a:extLst>
          </p:cNvPr>
          <p:cNvSpPr>
            <a:spLocks noGrp="1"/>
          </p:cNvSpPr>
          <p:nvPr>
            <p:ph type="sldNum" sz="quarter" idx="12"/>
          </p:nvPr>
        </p:nvSpPr>
        <p:spPr/>
        <p:txBody>
          <a:bodyPr/>
          <a:lstStyle/>
          <a:p>
            <a:fld id="{F2B3DFFF-E04F-412E-B1BD-3E8842C71FD9}" type="slidenum">
              <a:rPr lang="es-ES" smtClean="0"/>
              <a:t>‹Nº›</a:t>
            </a:fld>
            <a:endParaRPr lang="es-ES"/>
          </a:p>
        </p:txBody>
      </p:sp>
    </p:spTree>
    <p:extLst>
      <p:ext uri="{BB962C8B-B14F-4D97-AF65-F5344CB8AC3E}">
        <p14:creationId xmlns:p14="http://schemas.microsoft.com/office/powerpoint/2010/main" val="25249171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E01A284-6C99-C144-95A1-718225CEA10E}"/>
              </a:ext>
            </a:extLst>
          </p:cNvPr>
          <p:cNvSpPr>
            <a:spLocks noGrp="1"/>
          </p:cNvSpPr>
          <p:nvPr>
            <p:ph type="dt" sz="half" idx="10"/>
          </p:nvPr>
        </p:nvSpPr>
        <p:spPr/>
        <p:txBody>
          <a:bodyPr/>
          <a:lstStyle/>
          <a:p>
            <a:fld id="{7096B4DC-CB5B-4F60-8994-6A40EE2B5374}" type="datetimeFigureOut">
              <a:rPr lang="es-ES" smtClean="0"/>
              <a:t>31/10/2026</a:t>
            </a:fld>
            <a:endParaRPr lang="es-ES"/>
          </a:p>
        </p:txBody>
      </p:sp>
      <p:sp>
        <p:nvSpPr>
          <p:cNvPr id="3" name="Marcador de pie de página 2">
            <a:extLst>
              <a:ext uri="{FF2B5EF4-FFF2-40B4-BE49-F238E27FC236}">
                <a16:creationId xmlns:a16="http://schemas.microsoft.com/office/drawing/2014/main" id="{E01B8EE5-B06E-6916-D9CB-0D0236F9EDC0}"/>
              </a:ext>
            </a:extLst>
          </p:cNvPr>
          <p:cNvSpPr>
            <a:spLocks noGrp="1"/>
          </p:cNvSpPr>
          <p:nvPr>
            <p:ph type="ftr" sz="quarter" idx="11"/>
          </p:nvPr>
        </p:nvSpPr>
        <p:spPr/>
        <p:txBody>
          <a:bodyPr/>
          <a:lstStyle/>
          <a:p>
            <a:endParaRPr lang="es-ES"/>
          </a:p>
        </p:txBody>
      </p:sp>
      <p:sp>
        <p:nvSpPr>
          <p:cNvPr id="4" name="Marcador de número de diapositiva 3">
            <a:extLst>
              <a:ext uri="{FF2B5EF4-FFF2-40B4-BE49-F238E27FC236}">
                <a16:creationId xmlns:a16="http://schemas.microsoft.com/office/drawing/2014/main" id="{EFF69E95-3E76-BB8A-80B0-27C473A2F7A4}"/>
              </a:ext>
            </a:extLst>
          </p:cNvPr>
          <p:cNvSpPr>
            <a:spLocks noGrp="1"/>
          </p:cNvSpPr>
          <p:nvPr>
            <p:ph type="sldNum" sz="quarter" idx="12"/>
          </p:nvPr>
        </p:nvSpPr>
        <p:spPr/>
        <p:txBody>
          <a:bodyPr/>
          <a:lstStyle/>
          <a:p>
            <a:fld id="{F2B3DFFF-E04F-412E-B1BD-3E8842C71FD9}" type="slidenum">
              <a:rPr lang="es-ES" smtClean="0"/>
              <a:t>‹Nº›</a:t>
            </a:fld>
            <a:endParaRPr lang="es-ES"/>
          </a:p>
        </p:txBody>
      </p:sp>
    </p:spTree>
    <p:extLst>
      <p:ext uri="{BB962C8B-B14F-4D97-AF65-F5344CB8AC3E}">
        <p14:creationId xmlns:p14="http://schemas.microsoft.com/office/powerpoint/2010/main" val="1515440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30F68D-550D-A66F-CD33-B2EC67C0D83F}"/>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a:extLst>
              <a:ext uri="{FF2B5EF4-FFF2-40B4-BE49-F238E27FC236}">
                <a16:creationId xmlns:a16="http://schemas.microsoft.com/office/drawing/2014/main" id="{81EE8742-4841-42FD-4140-073AADDEF82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a:extLst>
              <a:ext uri="{FF2B5EF4-FFF2-40B4-BE49-F238E27FC236}">
                <a16:creationId xmlns:a16="http://schemas.microsoft.com/office/drawing/2014/main" id="{B93B9BA8-C38A-B14A-BCA0-6BD0778844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E018B003-287B-9C69-3A8D-B091A685E2EF}"/>
              </a:ext>
            </a:extLst>
          </p:cNvPr>
          <p:cNvSpPr>
            <a:spLocks noGrp="1"/>
          </p:cNvSpPr>
          <p:nvPr>
            <p:ph type="dt" sz="half" idx="10"/>
          </p:nvPr>
        </p:nvSpPr>
        <p:spPr/>
        <p:txBody>
          <a:bodyPr/>
          <a:lstStyle/>
          <a:p>
            <a:fld id="{7096B4DC-CB5B-4F60-8994-6A40EE2B5374}" type="datetimeFigureOut">
              <a:rPr lang="es-ES" smtClean="0"/>
              <a:t>31/10/2026</a:t>
            </a:fld>
            <a:endParaRPr lang="es-ES"/>
          </a:p>
        </p:txBody>
      </p:sp>
      <p:sp>
        <p:nvSpPr>
          <p:cNvPr id="6" name="Marcador de pie de página 5">
            <a:extLst>
              <a:ext uri="{FF2B5EF4-FFF2-40B4-BE49-F238E27FC236}">
                <a16:creationId xmlns:a16="http://schemas.microsoft.com/office/drawing/2014/main" id="{33CC39E0-6A83-E6DB-D485-29AA15D8D098}"/>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DC241563-C533-9D12-2524-6C8723549AD3}"/>
              </a:ext>
            </a:extLst>
          </p:cNvPr>
          <p:cNvSpPr>
            <a:spLocks noGrp="1"/>
          </p:cNvSpPr>
          <p:nvPr>
            <p:ph type="sldNum" sz="quarter" idx="12"/>
          </p:nvPr>
        </p:nvSpPr>
        <p:spPr/>
        <p:txBody>
          <a:bodyPr/>
          <a:lstStyle/>
          <a:p>
            <a:fld id="{F2B3DFFF-E04F-412E-B1BD-3E8842C71FD9}" type="slidenum">
              <a:rPr lang="es-ES" smtClean="0"/>
              <a:t>‹Nº›</a:t>
            </a:fld>
            <a:endParaRPr lang="es-ES"/>
          </a:p>
        </p:txBody>
      </p:sp>
    </p:spTree>
    <p:extLst>
      <p:ext uri="{BB962C8B-B14F-4D97-AF65-F5344CB8AC3E}">
        <p14:creationId xmlns:p14="http://schemas.microsoft.com/office/powerpoint/2010/main" val="42561217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7AE5292-C1C0-7F4A-F047-D00200B68D5A}"/>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a:extLst>
              <a:ext uri="{FF2B5EF4-FFF2-40B4-BE49-F238E27FC236}">
                <a16:creationId xmlns:a16="http://schemas.microsoft.com/office/drawing/2014/main" id="{17F7793E-7F05-25F9-9145-93268A026601}"/>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a:extLst>
              <a:ext uri="{FF2B5EF4-FFF2-40B4-BE49-F238E27FC236}">
                <a16:creationId xmlns:a16="http://schemas.microsoft.com/office/drawing/2014/main" id="{6AB97564-D03C-F4CC-0569-FD76630F484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3800AA6B-AB40-30C4-06E3-08509FD2F1F8}"/>
              </a:ext>
            </a:extLst>
          </p:cNvPr>
          <p:cNvSpPr>
            <a:spLocks noGrp="1"/>
          </p:cNvSpPr>
          <p:nvPr>
            <p:ph type="dt" sz="half" idx="10"/>
          </p:nvPr>
        </p:nvSpPr>
        <p:spPr/>
        <p:txBody>
          <a:bodyPr/>
          <a:lstStyle/>
          <a:p>
            <a:fld id="{7096B4DC-CB5B-4F60-8994-6A40EE2B5374}" type="datetimeFigureOut">
              <a:rPr lang="es-ES" smtClean="0"/>
              <a:t>31/10/2026</a:t>
            </a:fld>
            <a:endParaRPr lang="es-ES"/>
          </a:p>
        </p:txBody>
      </p:sp>
      <p:sp>
        <p:nvSpPr>
          <p:cNvPr id="6" name="Marcador de pie de página 5">
            <a:extLst>
              <a:ext uri="{FF2B5EF4-FFF2-40B4-BE49-F238E27FC236}">
                <a16:creationId xmlns:a16="http://schemas.microsoft.com/office/drawing/2014/main" id="{CD6D2FF6-8C57-E808-41C4-A0B859F0B47F}"/>
              </a:ext>
            </a:extLst>
          </p:cNvPr>
          <p:cNvSpPr>
            <a:spLocks noGrp="1"/>
          </p:cNvSpPr>
          <p:nvPr>
            <p:ph type="ftr" sz="quarter" idx="11"/>
          </p:nvPr>
        </p:nvSpPr>
        <p:spPr/>
        <p:txBody>
          <a:bodyPr/>
          <a:lstStyle/>
          <a:p>
            <a:endParaRPr lang="es-ES"/>
          </a:p>
        </p:txBody>
      </p:sp>
      <p:sp>
        <p:nvSpPr>
          <p:cNvPr id="7" name="Marcador de número de diapositiva 6">
            <a:extLst>
              <a:ext uri="{FF2B5EF4-FFF2-40B4-BE49-F238E27FC236}">
                <a16:creationId xmlns:a16="http://schemas.microsoft.com/office/drawing/2014/main" id="{B8443EF6-CFF8-E6FD-66C4-576FE6464E29}"/>
              </a:ext>
            </a:extLst>
          </p:cNvPr>
          <p:cNvSpPr>
            <a:spLocks noGrp="1"/>
          </p:cNvSpPr>
          <p:nvPr>
            <p:ph type="sldNum" sz="quarter" idx="12"/>
          </p:nvPr>
        </p:nvSpPr>
        <p:spPr/>
        <p:txBody>
          <a:bodyPr/>
          <a:lstStyle/>
          <a:p>
            <a:fld id="{F2B3DFFF-E04F-412E-B1BD-3E8842C71FD9}" type="slidenum">
              <a:rPr lang="es-ES" smtClean="0"/>
              <a:t>‹Nº›</a:t>
            </a:fld>
            <a:endParaRPr lang="es-ES"/>
          </a:p>
        </p:txBody>
      </p:sp>
    </p:spTree>
    <p:extLst>
      <p:ext uri="{BB962C8B-B14F-4D97-AF65-F5344CB8AC3E}">
        <p14:creationId xmlns:p14="http://schemas.microsoft.com/office/powerpoint/2010/main" val="38573705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99BB86-AFC8-FAAB-6E1D-066524676693}"/>
              </a:ext>
            </a:extLst>
          </p:cNvPr>
          <p:cNvSpPr>
            <a:spLocks noGrp="1"/>
          </p:cNvSpPr>
          <p:nvPr>
            <p:ph type="title"/>
          </p:nvPr>
        </p:nvSpPr>
        <p:spPr/>
        <p:txBody>
          <a:bodyPr/>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7B8EB90-E474-77FD-B2D6-38485A5F792A}"/>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DC39D50C-18D4-B17C-F09B-38744D3C9CA6}"/>
              </a:ext>
            </a:extLst>
          </p:cNvPr>
          <p:cNvSpPr>
            <a:spLocks noGrp="1"/>
          </p:cNvSpPr>
          <p:nvPr>
            <p:ph type="dt" sz="half" idx="10"/>
          </p:nvPr>
        </p:nvSpPr>
        <p:spPr/>
        <p:txBody>
          <a:bodyPr/>
          <a:lstStyle/>
          <a:p>
            <a:fld id="{7096B4DC-CB5B-4F60-8994-6A40EE2B5374}" type="datetimeFigureOut">
              <a:rPr lang="es-ES" smtClean="0"/>
              <a:t>31/10/2026</a:t>
            </a:fld>
            <a:endParaRPr lang="es-ES"/>
          </a:p>
        </p:txBody>
      </p:sp>
      <p:sp>
        <p:nvSpPr>
          <p:cNvPr id="5" name="Marcador de pie de página 4">
            <a:extLst>
              <a:ext uri="{FF2B5EF4-FFF2-40B4-BE49-F238E27FC236}">
                <a16:creationId xmlns:a16="http://schemas.microsoft.com/office/drawing/2014/main" id="{5699C8C8-C0D3-902B-06A4-8A405275FEBC}"/>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75917C64-66DA-7A71-4663-E04775F77B0D}"/>
              </a:ext>
            </a:extLst>
          </p:cNvPr>
          <p:cNvSpPr>
            <a:spLocks noGrp="1"/>
          </p:cNvSpPr>
          <p:nvPr>
            <p:ph type="sldNum" sz="quarter" idx="12"/>
          </p:nvPr>
        </p:nvSpPr>
        <p:spPr/>
        <p:txBody>
          <a:bodyPr/>
          <a:lstStyle/>
          <a:p>
            <a:fld id="{F2B3DFFF-E04F-412E-B1BD-3E8842C71FD9}" type="slidenum">
              <a:rPr lang="es-ES" smtClean="0"/>
              <a:t>‹Nº›</a:t>
            </a:fld>
            <a:endParaRPr lang="es-ES"/>
          </a:p>
        </p:txBody>
      </p:sp>
    </p:spTree>
    <p:extLst>
      <p:ext uri="{BB962C8B-B14F-4D97-AF65-F5344CB8AC3E}">
        <p14:creationId xmlns:p14="http://schemas.microsoft.com/office/powerpoint/2010/main" val="24486292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751B9B82-44FE-7138-39A6-062BC8BBE9BB}"/>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a:extLst>
              <a:ext uri="{FF2B5EF4-FFF2-40B4-BE49-F238E27FC236}">
                <a16:creationId xmlns:a16="http://schemas.microsoft.com/office/drawing/2014/main" id="{4BB91E16-5BE1-3BD6-D624-F85531C0A9DC}"/>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6CDDBD2B-8E89-4046-F291-FC315DFC7158}"/>
              </a:ext>
            </a:extLst>
          </p:cNvPr>
          <p:cNvSpPr>
            <a:spLocks noGrp="1"/>
          </p:cNvSpPr>
          <p:nvPr>
            <p:ph type="dt" sz="half" idx="10"/>
          </p:nvPr>
        </p:nvSpPr>
        <p:spPr/>
        <p:txBody>
          <a:bodyPr/>
          <a:lstStyle/>
          <a:p>
            <a:fld id="{7096B4DC-CB5B-4F60-8994-6A40EE2B5374}" type="datetimeFigureOut">
              <a:rPr lang="es-ES" smtClean="0"/>
              <a:t>31/10/2026</a:t>
            </a:fld>
            <a:endParaRPr lang="es-ES"/>
          </a:p>
        </p:txBody>
      </p:sp>
      <p:sp>
        <p:nvSpPr>
          <p:cNvPr id="5" name="Marcador de pie de página 4">
            <a:extLst>
              <a:ext uri="{FF2B5EF4-FFF2-40B4-BE49-F238E27FC236}">
                <a16:creationId xmlns:a16="http://schemas.microsoft.com/office/drawing/2014/main" id="{752CD53D-FF03-3391-2478-45A93619D05B}"/>
              </a:ext>
            </a:extLst>
          </p:cNvPr>
          <p:cNvSpPr>
            <a:spLocks noGrp="1"/>
          </p:cNvSpPr>
          <p:nvPr>
            <p:ph type="ftr" sz="quarter" idx="11"/>
          </p:nvPr>
        </p:nvSpPr>
        <p:spPr/>
        <p:txBody>
          <a:bodyPr/>
          <a:lstStyle/>
          <a:p>
            <a:endParaRPr lang="es-ES"/>
          </a:p>
        </p:txBody>
      </p:sp>
      <p:sp>
        <p:nvSpPr>
          <p:cNvPr id="6" name="Marcador de número de diapositiva 5">
            <a:extLst>
              <a:ext uri="{FF2B5EF4-FFF2-40B4-BE49-F238E27FC236}">
                <a16:creationId xmlns:a16="http://schemas.microsoft.com/office/drawing/2014/main" id="{30E803EA-BEE2-995E-7573-C9739F7706A2}"/>
              </a:ext>
            </a:extLst>
          </p:cNvPr>
          <p:cNvSpPr>
            <a:spLocks noGrp="1"/>
          </p:cNvSpPr>
          <p:nvPr>
            <p:ph type="sldNum" sz="quarter" idx="12"/>
          </p:nvPr>
        </p:nvSpPr>
        <p:spPr/>
        <p:txBody>
          <a:bodyPr/>
          <a:lstStyle/>
          <a:p>
            <a:fld id="{F2B3DFFF-E04F-412E-B1BD-3E8842C71FD9}" type="slidenum">
              <a:rPr lang="es-ES" smtClean="0"/>
              <a:t>‹Nº›</a:t>
            </a:fld>
            <a:endParaRPr lang="es-ES"/>
          </a:p>
        </p:txBody>
      </p:sp>
    </p:spTree>
    <p:extLst>
      <p:ext uri="{BB962C8B-B14F-4D97-AF65-F5344CB8AC3E}">
        <p14:creationId xmlns:p14="http://schemas.microsoft.com/office/powerpoint/2010/main" val="38162216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6F71EA50-A2BE-6E1B-819F-E4DC834902D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a:extLst>
              <a:ext uri="{FF2B5EF4-FFF2-40B4-BE49-F238E27FC236}">
                <a16:creationId xmlns:a16="http://schemas.microsoft.com/office/drawing/2014/main" id="{52242994-6066-C7CA-5BD4-E8F6ACC942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a:extLst>
              <a:ext uri="{FF2B5EF4-FFF2-40B4-BE49-F238E27FC236}">
                <a16:creationId xmlns:a16="http://schemas.microsoft.com/office/drawing/2014/main" id="{CADE6D01-5FC5-B3FF-D31B-A7700645EC8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7096B4DC-CB5B-4F60-8994-6A40EE2B5374}" type="datetimeFigureOut">
              <a:rPr lang="es-ES" smtClean="0"/>
              <a:t>31/10/2026</a:t>
            </a:fld>
            <a:endParaRPr lang="es-ES"/>
          </a:p>
        </p:txBody>
      </p:sp>
      <p:sp>
        <p:nvSpPr>
          <p:cNvPr id="5" name="Marcador de pie de página 4">
            <a:extLst>
              <a:ext uri="{FF2B5EF4-FFF2-40B4-BE49-F238E27FC236}">
                <a16:creationId xmlns:a16="http://schemas.microsoft.com/office/drawing/2014/main" id="{22376850-9D2A-BAE1-619C-95B56AC524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ES"/>
          </a:p>
        </p:txBody>
      </p:sp>
      <p:sp>
        <p:nvSpPr>
          <p:cNvPr id="6" name="Marcador de número de diapositiva 5">
            <a:extLst>
              <a:ext uri="{FF2B5EF4-FFF2-40B4-BE49-F238E27FC236}">
                <a16:creationId xmlns:a16="http://schemas.microsoft.com/office/drawing/2014/main" id="{5B420AEC-0393-44DD-BD63-0AFC0C2B8C8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2B3DFFF-E04F-412E-B1BD-3E8842C71FD9}" type="slidenum">
              <a:rPr lang="es-ES" smtClean="0"/>
              <a:t>‹Nº›</a:t>
            </a:fld>
            <a:endParaRPr lang="es-ES"/>
          </a:p>
        </p:txBody>
      </p:sp>
    </p:spTree>
    <p:extLst>
      <p:ext uri="{BB962C8B-B14F-4D97-AF65-F5344CB8AC3E}">
        <p14:creationId xmlns:p14="http://schemas.microsoft.com/office/powerpoint/2010/main" val="125027541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2.png"/><Relationship Id="rId4" Type="http://schemas.openxmlformats.org/officeDocument/2006/relationships/hyperlink" Target="Microsoft%20PowerPoint"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chart" Target="../charts/char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6.svg"/><Relationship Id="rId4" Type="http://schemas.openxmlformats.org/officeDocument/2006/relationships/hyperlink" Target="Microsoft%20PowerPoint" TargetMode="Externa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1C9"/>
        </a:solidFill>
        <a:effectLst/>
      </p:bgPr>
    </p:bg>
    <p:spTree>
      <p:nvGrpSpPr>
        <p:cNvPr id="1" name=""/>
        <p:cNvGrpSpPr/>
        <p:nvPr/>
      </p:nvGrpSpPr>
      <p:grpSpPr>
        <a:xfrm>
          <a:off x="0" y="0"/>
          <a:ext cx="0" cy="0"/>
          <a:chOff x="0" y="0"/>
          <a:chExt cx="0" cy="0"/>
        </a:xfrm>
      </p:grpSpPr>
      <p:sp>
        <p:nvSpPr>
          <p:cNvPr id="2" name="Cabecera">
            <a:extLst>
              <a:ext uri="{FF2B5EF4-FFF2-40B4-BE49-F238E27FC236}">
                <a16:creationId xmlns:a16="http://schemas.microsoft.com/office/drawing/2014/main" id="{9D4ACAF8-1238-1A51-950F-FA429F8E50DF}"/>
              </a:ext>
            </a:extLst>
          </p:cNvPr>
          <p:cNvSpPr/>
          <p:nvPr/>
        </p:nvSpPr>
        <p:spPr>
          <a:xfrm>
            <a:off x="0" y="0"/>
            <a:ext cx="12192000" cy="571500"/>
          </a:xfrm>
          <a:prstGeom prst="rect">
            <a:avLst/>
          </a:prstGeom>
          <a:solidFill>
            <a:srgbClr val="C144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Logo" descr="Logo de FoodMatch">
            <a:extLst>
              <a:ext uri="{FF2B5EF4-FFF2-40B4-BE49-F238E27FC236}">
                <a16:creationId xmlns:a16="http://schemas.microsoft.com/office/drawing/2014/main" id="{D5EFE206-75BF-AEDB-62B6-8365C8FF2F1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 y="95250"/>
            <a:ext cx="381000" cy="381000"/>
          </a:xfrm>
          <a:prstGeom prst="roundRect">
            <a:avLst>
              <a:gd name="adj" fmla="val 25000"/>
            </a:avLst>
          </a:prstGeom>
        </p:spPr>
      </p:pic>
      <p:sp>
        <p:nvSpPr>
          <p:cNvPr id="5" name="Marca">
            <a:extLst>
              <a:ext uri="{FF2B5EF4-FFF2-40B4-BE49-F238E27FC236}">
                <a16:creationId xmlns:a16="http://schemas.microsoft.com/office/drawing/2014/main" id="{0D324E79-DF98-63A7-E8AE-2BE9B1E17466}"/>
              </a:ext>
            </a:extLst>
          </p:cNvPr>
          <p:cNvSpPr txBox="1"/>
          <p:nvPr/>
        </p:nvSpPr>
        <p:spPr>
          <a:xfrm>
            <a:off x="781050" y="0"/>
            <a:ext cx="2857500" cy="571500"/>
          </a:xfrm>
          <a:prstGeom prst="rect">
            <a:avLst/>
          </a:prstGeom>
          <a:noFill/>
        </p:spPr>
        <p:txBody>
          <a:bodyPr vert="horz" wrap="square" lIns="0" tIns="0" rIns="0" bIns="0" rtlCol="0" anchor="ctr">
            <a:noAutofit/>
          </a:bodyPr>
          <a:lstStyle/>
          <a:p>
            <a:r>
              <a:rPr lang="es-ES" sz="1350" b="1">
                <a:solidFill>
                  <a:srgbClr val="FFFFFF"/>
                </a:solidFill>
                <a:latin typeface="Segoe UI" panose="020B0502040204020203" pitchFamily="34" charset="0"/>
              </a:rPr>
              <a:t>FoodMatch</a:t>
            </a:r>
          </a:p>
        </p:txBody>
      </p:sp>
      <p:sp>
        <p:nvSpPr>
          <p:cNvPr id="6" name="Número">
            <a:extLst>
              <a:ext uri="{FF2B5EF4-FFF2-40B4-BE49-F238E27FC236}">
                <a16:creationId xmlns:a16="http://schemas.microsoft.com/office/drawing/2014/main" id="{404848C0-0AD2-1A0F-63DB-128EBE5C1DC9}"/>
              </a:ext>
            </a:extLst>
          </p:cNvPr>
          <p:cNvSpPr txBox="1"/>
          <p:nvPr/>
        </p:nvSpPr>
        <p:spPr>
          <a:xfrm>
            <a:off x="9525000" y="0"/>
            <a:ext cx="2400300" cy="571500"/>
          </a:xfrm>
          <a:prstGeom prst="rect">
            <a:avLst/>
          </a:prstGeom>
          <a:noFill/>
        </p:spPr>
        <p:txBody>
          <a:bodyPr vert="horz" wrap="square" lIns="0" tIns="0" rIns="0" bIns="0" rtlCol="0" anchor="ctr">
            <a:noAutofit/>
          </a:bodyPr>
          <a:lstStyle/>
          <a:p>
            <a:pPr algn="r"/>
            <a:r>
              <a:rPr lang="es-ES" sz="1350" b="1">
                <a:solidFill>
                  <a:srgbClr val="FFFFFF"/>
                </a:solidFill>
                <a:latin typeface="Segoe UI" panose="020B0502040204020203" pitchFamily="34" charset="0"/>
              </a:rPr>
              <a:t>1 / 8</a:t>
            </a:r>
          </a:p>
        </p:txBody>
      </p:sp>
      <p:sp>
        <p:nvSpPr>
          <p:cNvPr id="7" name="Título">
            <a:extLst>
              <a:ext uri="{FF2B5EF4-FFF2-40B4-BE49-F238E27FC236}">
                <a16:creationId xmlns:a16="http://schemas.microsoft.com/office/drawing/2014/main" id="{DF572043-D848-73D7-4D5B-F6D8CB00D112}"/>
              </a:ext>
            </a:extLst>
          </p:cNvPr>
          <p:cNvSpPr txBox="1"/>
          <p:nvPr/>
        </p:nvSpPr>
        <p:spPr>
          <a:xfrm>
            <a:off x="609600" y="1809750"/>
            <a:ext cx="10477500" cy="2000250"/>
          </a:xfrm>
          <a:prstGeom prst="rect">
            <a:avLst/>
          </a:prstGeom>
          <a:noFill/>
        </p:spPr>
        <p:txBody>
          <a:bodyPr vert="horz" wrap="square" lIns="0" tIns="0" rIns="0" bIns="0" rtlCol="0" anchor="t">
            <a:noAutofit/>
          </a:bodyPr>
          <a:lstStyle/>
          <a:p>
            <a:r>
              <a:rPr lang="es-ES" sz="4200" b="1">
                <a:solidFill>
                  <a:srgbClr val="023820"/>
                </a:solidFill>
                <a:latin typeface="Segoe UI" panose="020B0502040204020203" pitchFamily="34" charset="0"/>
              </a:rPr>
              <a:t>No sé dónde comer según mis gustos, presupuesto y alergias… y pierdo mucho tiempo</a:t>
            </a:r>
          </a:p>
        </p:txBody>
      </p:sp>
      <p:sp>
        <p:nvSpPr>
          <p:cNvPr id="8" name="Rectángulo: esquinas redondeadas 7">
            <a:extLst>
              <a:ext uri="{FF2B5EF4-FFF2-40B4-BE49-F238E27FC236}">
                <a16:creationId xmlns:a16="http://schemas.microsoft.com/office/drawing/2014/main" id="{BF2913FE-5E89-6338-CA89-A5FBE1C72005}"/>
              </a:ext>
            </a:extLst>
          </p:cNvPr>
          <p:cNvSpPr/>
          <p:nvPr/>
        </p:nvSpPr>
        <p:spPr>
          <a:xfrm>
            <a:off x="609600" y="4191000"/>
            <a:ext cx="1428750" cy="609600"/>
          </a:xfrm>
          <a:prstGeom prst="roundRect">
            <a:avLst>
              <a:gd name="adj" fmla="val 50000"/>
            </a:avLst>
          </a:prstGeom>
          <a:solidFill>
            <a:srgbClr val="F9D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s-ES" sz="2250">
                <a:solidFill>
                  <a:srgbClr val="9A360B"/>
                </a:solidFill>
                <a:latin typeface="Segoe UI" panose="020B0502040204020203" pitchFamily="34" charset="0"/>
              </a:rPr>
              <a:t>Gustos</a:t>
            </a:r>
          </a:p>
        </p:txBody>
      </p:sp>
      <p:sp>
        <p:nvSpPr>
          <p:cNvPr id="9" name="CuadroTexto 8">
            <a:extLst>
              <a:ext uri="{FF2B5EF4-FFF2-40B4-BE49-F238E27FC236}">
                <a16:creationId xmlns:a16="http://schemas.microsoft.com/office/drawing/2014/main" id="{A65407BD-25F9-146E-8FD0-A5165847BB02}"/>
              </a:ext>
            </a:extLst>
          </p:cNvPr>
          <p:cNvSpPr txBox="1"/>
          <p:nvPr/>
        </p:nvSpPr>
        <p:spPr>
          <a:xfrm>
            <a:off x="2171700" y="4191000"/>
            <a:ext cx="285750" cy="609600"/>
          </a:xfrm>
          <a:prstGeom prst="rect">
            <a:avLst/>
          </a:prstGeom>
          <a:noFill/>
        </p:spPr>
        <p:txBody>
          <a:bodyPr vert="horz" wrap="square" lIns="0" tIns="0" rIns="0" bIns="0" rtlCol="0" anchor="ctr">
            <a:noAutofit/>
          </a:bodyPr>
          <a:lstStyle/>
          <a:p>
            <a:pPr algn="ctr"/>
            <a:r>
              <a:rPr lang="es-ES" sz="2550" b="1">
                <a:solidFill>
                  <a:srgbClr val="C1440E"/>
                </a:solidFill>
                <a:latin typeface="Segoe UI" panose="020B0502040204020203" pitchFamily="34" charset="0"/>
              </a:rPr>
              <a:t>+</a:t>
            </a:r>
          </a:p>
        </p:txBody>
      </p:sp>
      <p:sp>
        <p:nvSpPr>
          <p:cNvPr id="10" name="Rectángulo: esquinas redondeadas 9">
            <a:extLst>
              <a:ext uri="{FF2B5EF4-FFF2-40B4-BE49-F238E27FC236}">
                <a16:creationId xmlns:a16="http://schemas.microsoft.com/office/drawing/2014/main" id="{39627180-E068-DCEE-AB0F-7FDFFE022764}"/>
              </a:ext>
            </a:extLst>
          </p:cNvPr>
          <p:cNvSpPr/>
          <p:nvPr/>
        </p:nvSpPr>
        <p:spPr>
          <a:xfrm>
            <a:off x="2590800" y="4191000"/>
            <a:ext cx="2209800" cy="609600"/>
          </a:xfrm>
          <a:prstGeom prst="roundRect">
            <a:avLst>
              <a:gd name="adj" fmla="val 50000"/>
            </a:avLst>
          </a:prstGeom>
          <a:solidFill>
            <a:srgbClr val="F9D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s-ES" sz="2250">
                <a:solidFill>
                  <a:srgbClr val="9A360B"/>
                </a:solidFill>
                <a:latin typeface="Segoe UI" panose="020B0502040204020203" pitchFamily="34" charset="0"/>
              </a:rPr>
              <a:t>Presupuesto</a:t>
            </a:r>
          </a:p>
        </p:txBody>
      </p:sp>
      <p:sp>
        <p:nvSpPr>
          <p:cNvPr id="11" name="CuadroTexto 10">
            <a:extLst>
              <a:ext uri="{FF2B5EF4-FFF2-40B4-BE49-F238E27FC236}">
                <a16:creationId xmlns:a16="http://schemas.microsoft.com/office/drawing/2014/main" id="{F235B32D-38AB-3708-33FE-D92B7597472D}"/>
              </a:ext>
            </a:extLst>
          </p:cNvPr>
          <p:cNvSpPr txBox="1"/>
          <p:nvPr/>
        </p:nvSpPr>
        <p:spPr>
          <a:xfrm>
            <a:off x="4933950" y="4191000"/>
            <a:ext cx="285750" cy="609600"/>
          </a:xfrm>
          <a:prstGeom prst="rect">
            <a:avLst/>
          </a:prstGeom>
          <a:noFill/>
        </p:spPr>
        <p:txBody>
          <a:bodyPr vert="horz" wrap="square" lIns="0" tIns="0" rIns="0" bIns="0" rtlCol="0" anchor="ctr">
            <a:noAutofit/>
          </a:bodyPr>
          <a:lstStyle/>
          <a:p>
            <a:pPr algn="ctr"/>
            <a:r>
              <a:rPr lang="es-ES" sz="2550" b="1">
                <a:solidFill>
                  <a:srgbClr val="C1440E"/>
                </a:solidFill>
                <a:latin typeface="Segoe UI" panose="020B0502040204020203" pitchFamily="34" charset="0"/>
              </a:rPr>
              <a:t>+</a:t>
            </a:r>
          </a:p>
        </p:txBody>
      </p:sp>
      <p:sp>
        <p:nvSpPr>
          <p:cNvPr id="12" name="Rectángulo: esquinas redondeadas 11">
            <a:extLst>
              <a:ext uri="{FF2B5EF4-FFF2-40B4-BE49-F238E27FC236}">
                <a16:creationId xmlns:a16="http://schemas.microsoft.com/office/drawing/2014/main" id="{1209BD07-3EEC-99AB-4326-0203D194A14D}"/>
              </a:ext>
            </a:extLst>
          </p:cNvPr>
          <p:cNvSpPr/>
          <p:nvPr/>
        </p:nvSpPr>
        <p:spPr>
          <a:xfrm>
            <a:off x="5353050" y="4191000"/>
            <a:ext cx="1695450" cy="609600"/>
          </a:xfrm>
          <a:prstGeom prst="roundRect">
            <a:avLst>
              <a:gd name="adj" fmla="val 50000"/>
            </a:avLst>
          </a:prstGeom>
          <a:solidFill>
            <a:srgbClr val="F9D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s-ES" sz="2250">
                <a:solidFill>
                  <a:srgbClr val="9A360B"/>
                </a:solidFill>
                <a:latin typeface="Segoe UI" panose="020B0502040204020203" pitchFamily="34" charset="0"/>
              </a:rPr>
              <a:t>Alergias</a:t>
            </a:r>
          </a:p>
        </p:txBody>
      </p:sp>
      <p:sp>
        <p:nvSpPr>
          <p:cNvPr id="13" name="CuadroTexto 12">
            <a:extLst>
              <a:ext uri="{FF2B5EF4-FFF2-40B4-BE49-F238E27FC236}">
                <a16:creationId xmlns:a16="http://schemas.microsoft.com/office/drawing/2014/main" id="{4BB9DE1B-111E-92EB-64B8-4EA45B7DD739}"/>
              </a:ext>
            </a:extLst>
          </p:cNvPr>
          <p:cNvSpPr txBox="1"/>
          <p:nvPr/>
        </p:nvSpPr>
        <p:spPr>
          <a:xfrm>
            <a:off x="7258050" y="3981450"/>
            <a:ext cx="571500" cy="952500"/>
          </a:xfrm>
          <a:prstGeom prst="rect">
            <a:avLst/>
          </a:prstGeom>
          <a:noFill/>
        </p:spPr>
        <p:txBody>
          <a:bodyPr vert="horz" wrap="square" lIns="0" tIns="0" rIns="0" bIns="0" rtlCol="0" anchor="ctr">
            <a:noAutofit/>
          </a:bodyPr>
          <a:lstStyle/>
          <a:p>
            <a:r>
              <a:rPr lang="es-ES" sz="5400" b="1">
                <a:solidFill>
                  <a:srgbClr val="C1440E"/>
                </a:solidFill>
                <a:latin typeface="Segoe UI" panose="020B0502040204020203" pitchFamily="34" charset="0"/>
              </a:rPr>
              <a:t>?</a:t>
            </a:r>
          </a:p>
        </p:txBody>
      </p:sp>
    </p:spTree>
    <p:extLst>
      <p:ext uri="{BB962C8B-B14F-4D97-AF65-F5344CB8AC3E}">
        <p14:creationId xmlns:p14="http://schemas.microsoft.com/office/powerpoint/2010/main" val="93041061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1C9"/>
        </a:solidFill>
        <a:effectLst/>
      </p:bgPr>
    </p:bg>
    <p:spTree>
      <p:nvGrpSpPr>
        <p:cNvPr id="1" name=""/>
        <p:cNvGrpSpPr/>
        <p:nvPr/>
      </p:nvGrpSpPr>
      <p:grpSpPr>
        <a:xfrm>
          <a:off x="0" y="0"/>
          <a:ext cx="0" cy="0"/>
          <a:chOff x="0" y="0"/>
          <a:chExt cx="0" cy="0"/>
        </a:xfrm>
      </p:grpSpPr>
      <p:sp>
        <p:nvSpPr>
          <p:cNvPr id="2" name="Cabecera">
            <a:extLst>
              <a:ext uri="{FF2B5EF4-FFF2-40B4-BE49-F238E27FC236}">
                <a16:creationId xmlns:a16="http://schemas.microsoft.com/office/drawing/2014/main" id="{57491FA3-DAB5-6497-19DE-0B0354E33378}"/>
              </a:ext>
            </a:extLst>
          </p:cNvPr>
          <p:cNvSpPr/>
          <p:nvPr/>
        </p:nvSpPr>
        <p:spPr>
          <a:xfrm>
            <a:off x="0" y="0"/>
            <a:ext cx="12192000" cy="571500"/>
          </a:xfrm>
          <a:prstGeom prst="rect">
            <a:avLst/>
          </a:prstGeom>
          <a:solidFill>
            <a:srgbClr val="C144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Logo" descr="Logo de FoodMatch">
            <a:extLst>
              <a:ext uri="{FF2B5EF4-FFF2-40B4-BE49-F238E27FC236}">
                <a16:creationId xmlns:a16="http://schemas.microsoft.com/office/drawing/2014/main" id="{23411438-5844-4185-BA13-F946B6F2B1B1}"/>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 y="95250"/>
            <a:ext cx="381000" cy="381000"/>
          </a:xfrm>
          <a:prstGeom prst="roundRect">
            <a:avLst>
              <a:gd name="adj" fmla="val 25000"/>
            </a:avLst>
          </a:prstGeom>
        </p:spPr>
      </p:pic>
      <p:sp>
        <p:nvSpPr>
          <p:cNvPr id="5" name="Marca">
            <a:extLst>
              <a:ext uri="{FF2B5EF4-FFF2-40B4-BE49-F238E27FC236}">
                <a16:creationId xmlns:a16="http://schemas.microsoft.com/office/drawing/2014/main" id="{5F95E03B-7A9A-E887-27FB-18CBCF030128}"/>
              </a:ext>
            </a:extLst>
          </p:cNvPr>
          <p:cNvSpPr txBox="1"/>
          <p:nvPr/>
        </p:nvSpPr>
        <p:spPr>
          <a:xfrm>
            <a:off x="781050" y="0"/>
            <a:ext cx="2857500" cy="571500"/>
          </a:xfrm>
          <a:prstGeom prst="rect">
            <a:avLst/>
          </a:prstGeom>
          <a:noFill/>
        </p:spPr>
        <p:txBody>
          <a:bodyPr vert="horz" wrap="square" lIns="0" tIns="0" rIns="0" bIns="0" rtlCol="0" anchor="ctr">
            <a:noAutofit/>
          </a:bodyPr>
          <a:lstStyle/>
          <a:p>
            <a:r>
              <a:rPr lang="es-ES" sz="1350" b="1">
                <a:solidFill>
                  <a:srgbClr val="FFFFFF"/>
                </a:solidFill>
                <a:latin typeface="Segoe UI" panose="020B0502040204020203" pitchFamily="34" charset="0"/>
              </a:rPr>
              <a:t>FoodMatch</a:t>
            </a:r>
          </a:p>
        </p:txBody>
      </p:sp>
      <p:sp>
        <p:nvSpPr>
          <p:cNvPr id="6" name="Número">
            <a:extLst>
              <a:ext uri="{FF2B5EF4-FFF2-40B4-BE49-F238E27FC236}">
                <a16:creationId xmlns:a16="http://schemas.microsoft.com/office/drawing/2014/main" id="{41B1E002-3F74-587A-1C6F-D2BFF5E877FC}"/>
              </a:ext>
            </a:extLst>
          </p:cNvPr>
          <p:cNvSpPr txBox="1"/>
          <p:nvPr/>
        </p:nvSpPr>
        <p:spPr>
          <a:xfrm>
            <a:off x="9525000" y="0"/>
            <a:ext cx="2400300" cy="571500"/>
          </a:xfrm>
          <a:prstGeom prst="rect">
            <a:avLst/>
          </a:prstGeom>
          <a:noFill/>
        </p:spPr>
        <p:txBody>
          <a:bodyPr vert="horz" wrap="square" lIns="0" tIns="0" rIns="0" bIns="0" rtlCol="0" anchor="ctr">
            <a:noAutofit/>
          </a:bodyPr>
          <a:lstStyle/>
          <a:p>
            <a:pPr algn="r"/>
            <a:r>
              <a:rPr lang="es-ES" sz="1350" b="1">
                <a:solidFill>
                  <a:srgbClr val="FFFFFF"/>
                </a:solidFill>
                <a:latin typeface="Segoe UI" panose="020B0502040204020203" pitchFamily="34" charset="0"/>
              </a:rPr>
              <a:t>2 / 8</a:t>
            </a:r>
          </a:p>
        </p:txBody>
      </p:sp>
      <p:sp>
        <p:nvSpPr>
          <p:cNvPr id="7" name="Título">
            <a:extLst>
              <a:ext uri="{FF2B5EF4-FFF2-40B4-BE49-F238E27FC236}">
                <a16:creationId xmlns:a16="http://schemas.microsoft.com/office/drawing/2014/main" id="{4CB4966B-7D02-44C3-ABEE-D981B2AD86C2}"/>
              </a:ext>
            </a:extLst>
          </p:cNvPr>
          <p:cNvSpPr txBox="1"/>
          <p:nvPr/>
        </p:nvSpPr>
        <p:spPr>
          <a:xfrm>
            <a:off x="609600" y="990600"/>
            <a:ext cx="10477500" cy="1333500"/>
          </a:xfrm>
          <a:prstGeom prst="rect">
            <a:avLst/>
          </a:prstGeom>
          <a:noFill/>
        </p:spPr>
        <p:txBody>
          <a:bodyPr vert="horz" wrap="square" lIns="0" tIns="0" rIns="0" bIns="0" rtlCol="0" anchor="t">
            <a:noAutofit/>
          </a:bodyPr>
          <a:lstStyle/>
          <a:p>
            <a:r>
              <a:rPr lang="es-ES" sz="4200" b="1">
                <a:solidFill>
                  <a:srgbClr val="023820"/>
                </a:solidFill>
                <a:latin typeface="Segoe UI" panose="020B0502040204020203" pitchFamily="34" charset="0"/>
              </a:rPr>
              <a:t>Información dispersa en muchas fuentes y un proceso largo</a:t>
            </a:r>
          </a:p>
        </p:txBody>
      </p:sp>
      <p:sp>
        <p:nvSpPr>
          <p:cNvPr id="8" name="Rectángulo: esquinas redondeadas 7">
            <a:extLst>
              <a:ext uri="{FF2B5EF4-FFF2-40B4-BE49-F238E27FC236}">
                <a16:creationId xmlns:a16="http://schemas.microsoft.com/office/drawing/2014/main" id="{E6C7BC33-5182-534D-2588-407BCBDA688D}"/>
              </a:ext>
            </a:extLst>
          </p:cNvPr>
          <p:cNvSpPr/>
          <p:nvPr/>
        </p:nvSpPr>
        <p:spPr>
          <a:xfrm rot="-240000">
            <a:off x="990600" y="2781300"/>
            <a:ext cx="2667000" cy="762000"/>
          </a:xfrm>
          <a:prstGeom prst="roundRect">
            <a:avLst>
              <a:gd name="adj" fmla="val 15000"/>
            </a:avLst>
          </a:prstGeom>
          <a:solidFill>
            <a:srgbClr val="FFFAEB"/>
          </a:solidFill>
          <a:ln w="9525">
            <a:solidFill>
              <a:srgbClr val="EDD9A8"/>
            </a:solidFill>
          </a:ln>
          <a:effectLst>
            <a:outerShdw blurRad="152400" dist="50800" dir="5400000" rotWithShape="0">
              <a:srgbClr val="9A360B">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228600" rtlCol="0" anchor="ctr"/>
          <a:lstStyle/>
          <a:p>
            <a:r>
              <a:rPr lang="es-ES" sz="1950" b="1">
                <a:solidFill>
                  <a:srgbClr val="023820"/>
                </a:solidFill>
                <a:latin typeface="Segoe UI" panose="020B0502040204020203" pitchFamily="34" charset="0"/>
              </a:rPr>
              <a:t>🗺️  Google Maps</a:t>
            </a:r>
          </a:p>
        </p:txBody>
      </p:sp>
      <p:sp>
        <p:nvSpPr>
          <p:cNvPr id="9" name="Rectángulo: esquinas redondeadas 8">
            <a:extLst>
              <a:ext uri="{FF2B5EF4-FFF2-40B4-BE49-F238E27FC236}">
                <a16:creationId xmlns:a16="http://schemas.microsoft.com/office/drawing/2014/main" id="{18E1D611-5900-EC37-DFB2-15313322E0DA}"/>
              </a:ext>
            </a:extLst>
          </p:cNvPr>
          <p:cNvSpPr/>
          <p:nvPr/>
        </p:nvSpPr>
        <p:spPr>
          <a:xfrm rot="180000">
            <a:off x="4038600" y="3638550"/>
            <a:ext cx="2095500" cy="762000"/>
          </a:xfrm>
          <a:prstGeom prst="roundRect">
            <a:avLst>
              <a:gd name="adj" fmla="val 15000"/>
            </a:avLst>
          </a:prstGeom>
          <a:solidFill>
            <a:srgbClr val="FFFAEB"/>
          </a:solidFill>
          <a:ln w="9525">
            <a:solidFill>
              <a:srgbClr val="EDD9A8"/>
            </a:solidFill>
          </a:ln>
          <a:effectLst>
            <a:outerShdw blurRad="152400" dist="50800" dir="5400000" rotWithShape="0">
              <a:srgbClr val="9A360B">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228600" rtlCol="0" anchor="ctr"/>
          <a:lstStyle/>
          <a:p>
            <a:r>
              <a:rPr lang="es-ES" sz="1950" b="1">
                <a:solidFill>
                  <a:srgbClr val="023820"/>
                </a:solidFill>
                <a:latin typeface="Segoe UI" panose="020B0502040204020203" pitchFamily="34" charset="0"/>
              </a:rPr>
              <a:t>🍴  TheFork</a:t>
            </a:r>
          </a:p>
        </p:txBody>
      </p:sp>
      <p:sp>
        <p:nvSpPr>
          <p:cNvPr id="10" name="Rectángulo: esquinas redondeadas 9">
            <a:extLst>
              <a:ext uri="{FF2B5EF4-FFF2-40B4-BE49-F238E27FC236}">
                <a16:creationId xmlns:a16="http://schemas.microsoft.com/office/drawing/2014/main" id="{14542EA6-DCB7-02B8-74F0-CD8585E95B28}"/>
              </a:ext>
            </a:extLst>
          </p:cNvPr>
          <p:cNvSpPr/>
          <p:nvPr/>
        </p:nvSpPr>
        <p:spPr>
          <a:xfrm rot="-120000">
            <a:off x="6896100" y="2686050"/>
            <a:ext cx="2000250" cy="762000"/>
          </a:xfrm>
          <a:prstGeom prst="roundRect">
            <a:avLst>
              <a:gd name="adj" fmla="val 15000"/>
            </a:avLst>
          </a:prstGeom>
          <a:solidFill>
            <a:srgbClr val="FFFAEB"/>
          </a:solidFill>
          <a:ln w="9525">
            <a:solidFill>
              <a:srgbClr val="EDD9A8"/>
            </a:solidFill>
          </a:ln>
          <a:effectLst>
            <a:outerShdw blurRad="152400" dist="50800" dir="5400000" rotWithShape="0">
              <a:srgbClr val="9A360B">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228600" rtlCol="0" anchor="ctr"/>
          <a:lstStyle/>
          <a:p>
            <a:r>
              <a:rPr lang="es-ES" sz="1950" b="1">
                <a:solidFill>
                  <a:srgbClr val="023820"/>
                </a:solidFill>
                <a:latin typeface="Segoe UI" panose="020B0502040204020203" pitchFamily="34" charset="0"/>
              </a:rPr>
              <a:t>🔎  Google</a:t>
            </a:r>
          </a:p>
        </p:txBody>
      </p:sp>
      <p:sp>
        <p:nvSpPr>
          <p:cNvPr id="11" name="Rectángulo: esquinas redondeadas 10">
            <a:extLst>
              <a:ext uri="{FF2B5EF4-FFF2-40B4-BE49-F238E27FC236}">
                <a16:creationId xmlns:a16="http://schemas.microsoft.com/office/drawing/2014/main" id="{98FDC713-1AED-EF99-D0A8-98590B728AE3}"/>
              </a:ext>
            </a:extLst>
          </p:cNvPr>
          <p:cNvSpPr/>
          <p:nvPr/>
        </p:nvSpPr>
        <p:spPr>
          <a:xfrm rot="300000">
            <a:off x="8801100" y="3924300"/>
            <a:ext cx="2381250" cy="762000"/>
          </a:xfrm>
          <a:prstGeom prst="roundRect">
            <a:avLst>
              <a:gd name="adj" fmla="val 15000"/>
            </a:avLst>
          </a:prstGeom>
          <a:solidFill>
            <a:srgbClr val="FFFAEB"/>
          </a:solidFill>
          <a:ln w="9525">
            <a:solidFill>
              <a:srgbClr val="EDD9A8"/>
            </a:solidFill>
          </a:ln>
          <a:effectLst>
            <a:outerShdw blurRad="152400" dist="50800" dir="5400000" rotWithShape="0">
              <a:srgbClr val="9A360B">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228600" rtlCol="0" anchor="ctr"/>
          <a:lstStyle/>
          <a:p>
            <a:r>
              <a:rPr lang="es-ES" sz="1950" b="1">
                <a:solidFill>
                  <a:srgbClr val="023820"/>
                </a:solidFill>
                <a:latin typeface="Segoe UI" panose="020B0502040204020203" pitchFamily="34" charset="0"/>
              </a:rPr>
              <a:t>📷  Instagram</a:t>
            </a:r>
          </a:p>
        </p:txBody>
      </p:sp>
      <p:sp>
        <p:nvSpPr>
          <p:cNvPr id="12" name="Rectángulo: esquinas redondeadas 11">
            <a:extLst>
              <a:ext uri="{FF2B5EF4-FFF2-40B4-BE49-F238E27FC236}">
                <a16:creationId xmlns:a16="http://schemas.microsoft.com/office/drawing/2014/main" id="{E4C9BEFC-7D25-E8C5-B34A-2A67D36C323C}"/>
              </a:ext>
            </a:extLst>
          </p:cNvPr>
          <p:cNvSpPr/>
          <p:nvPr/>
        </p:nvSpPr>
        <p:spPr>
          <a:xfrm rot="120000">
            <a:off x="1847850" y="4400550"/>
            <a:ext cx="2095500" cy="762000"/>
          </a:xfrm>
          <a:prstGeom prst="roundRect">
            <a:avLst>
              <a:gd name="adj" fmla="val 15000"/>
            </a:avLst>
          </a:prstGeom>
          <a:solidFill>
            <a:srgbClr val="FFFAEB"/>
          </a:solidFill>
          <a:ln w="9525">
            <a:solidFill>
              <a:srgbClr val="EDD9A8"/>
            </a:solidFill>
          </a:ln>
          <a:effectLst>
            <a:outerShdw blurRad="152400" dist="50800" dir="5400000" rotWithShape="0">
              <a:srgbClr val="9A360B">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wrap="none" lIns="228600" rtlCol="0" anchor="ctr"/>
          <a:lstStyle/>
          <a:p>
            <a:r>
              <a:rPr lang="es-ES" sz="1950" b="1">
                <a:solidFill>
                  <a:srgbClr val="023820"/>
                </a:solidFill>
                <a:latin typeface="Segoe UI" panose="020B0502040204020203" pitchFamily="34" charset="0"/>
              </a:rPr>
              <a:t>💬  Reseñas</a:t>
            </a:r>
          </a:p>
        </p:txBody>
      </p:sp>
      <p:sp>
        <p:nvSpPr>
          <p:cNvPr id="13" name="CuadroTexto 12">
            <a:extLst>
              <a:ext uri="{FF2B5EF4-FFF2-40B4-BE49-F238E27FC236}">
                <a16:creationId xmlns:a16="http://schemas.microsoft.com/office/drawing/2014/main" id="{80CD1449-FE8C-7FFC-53D1-B04893AF272B}"/>
              </a:ext>
            </a:extLst>
          </p:cNvPr>
          <p:cNvSpPr txBox="1"/>
          <p:nvPr/>
        </p:nvSpPr>
        <p:spPr>
          <a:xfrm>
            <a:off x="609600" y="6191250"/>
            <a:ext cx="8572500" cy="228600"/>
          </a:xfrm>
          <a:prstGeom prst="rect">
            <a:avLst/>
          </a:prstGeom>
          <a:noFill/>
        </p:spPr>
        <p:txBody>
          <a:bodyPr vert="horz" wrap="square" lIns="0" tIns="0" rIns="0" bIns="0" rtlCol="0" anchor="t">
            <a:noAutofit/>
          </a:bodyPr>
          <a:lstStyle/>
          <a:p>
            <a:r>
              <a:rPr lang="es-ES" sz="1120">
                <a:solidFill>
                  <a:srgbClr val="5A4A3A"/>
                </a:solidFill>
                <a:latin typeface="Segoe UI" panose="020B0502040204020203" pitchFamily="34" charset="0"/>
              </a:rPr>
              <a:t>Fuente: 3 entrevistas a estudiantes y viajeros (D01–D03).</a:t>
            </a:r>
          </a:p>
        </p:txBody>
      </p:sp>
    </p:spTree>
    <p:extLst>
      <p:ext uri="{BB962C8B-B14F-4D97-AF65-F5344CB8AC3E}">
        <p14:creationId xmlns:p14="http://schemas.microsoft.com/office/powerpoint/2010/main" val="2392143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1C9"/>
        </a:solidFill>
        <a:effectLst/>
      </p:bgPr>
    </p:bg>
    <p:spTree>
      <p:nvGrpSpPr>
        <p:cNvPr id="1" name=""/>
        <p:cNvGrpSpPr/>
        <p:nvPr/>
      </p:nvGrpSpPr>
      <p:grpSpPr>
        <a:xfrm>
          <a:off x="0" y="0"/>
          <a:ext cx="0" cy="0"/>
          <a:chOff x="0" y="0"/>
          <a:chExt cx="0" cy="0"/>
        </a:xfrm>
      </p:grpSpPr>
      <p:sp>
        <p:nvSpPr>
          <p:cNvPr id="2" name="Cabecera">
            <a:extLst>
              <a:ext uri="{FF2B5EF4-FFF2-40B4-BE49-F238E27FC236}">
                <a16:creationId xmlns:a16="http://schemas.microsoft.com/office/drawing/2014/main" id="{0B80C8F4-6A82-F91D-D8EC-AFF774210A97}"/>
              </a:ext>
            </a:extLst>
          </p:cNvPr>
          <p:cNvSpPr/>
          <p:nvPr/>
        </p:nvSpPr>
        <p:spPr>
          <a:xfrm>
            <a:off x="0" y="0"/>
            <a:ext cx="12192000" cy="571500"/>
          </a:xfrm>
          <a:prstGeom prst="rect">
            <a:avLst/>
          </a:prstGeom>
          <a:solidFill>
            <a:srgbClr val="C144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Logo" descr="Logo de FoodMatch">
            <a:extLst>
              <a:ext uri="{FF2B5EF4-FFF2-40B4-BE49-F238E27FC236}">
                <a16:creationId xmlns:a16="http://schemas.microsoft.com/office/drawing/2014/main" id="{63750961-D607-D22A-E8BF-4558055A1880}"/>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 y="95250"/>
            <a:ext cx="381000" cy="381000"/>
          </a:xfrm>
          <a:prstGeom prst="roundRect">
            <a:avLst>
              <a:gd name="adj" fmla="val 25000"/>
            </a:avLst>
          </a:prstGeom>
        </p:spPr>
      </p:pic>
      <p:sp>
        <p:nvSpPr>
          <p:cNvPr id="5" name="Marca">
            <a:extLst>
              <a:ext uri="{FF2B5EF4-FFF2-40B4-BE49-F238E27FC236}">
                <a16:creationId xmlns:a16="http://schemas.microsoft.com/office/drawing/2014/main" id="{2A7C6A67-9979-AEA2-FAF6-841CE39B8E52}"/>
              </a:ext>
            </a:extLst>
          </p:cNvPr>
          <p:cNvSpPr txBox="1"/>
          <p:nvPr/>
        </p:nvSpPr>
        <p:spPr>
          <a:xfrm>
            <a:off x="781050" y="0"/>
            <a:ext cx="2857500" cy="571500"/>
          </a:xfrm>
          <a:prstGeom prst="rect">
            <a:avLst/>
          </a:prstGeom>
          <a:noFill/>
        </p:spPr>
        <p:txBody>
          <a:bodyPr vert="horz" wrap="square" lIns="0" tIns="0" rIns="0" bIns="0" rtlCol="0" anchor="ctr">
            <a:noAutofit/>
          </a:bodyPr>
          <a:lstStyle/>
          <a:p>
            <a:r>
              <a:rPr lang="es-ES" sz="1350" b="1">
                <a:solidFill>
                  <a:srgbClr val="FFFFFF"/>
                </a:solidFill>
                <a:latin typeface="Segoe UI" panose="020B0502040204020203" pitchFamily="34" charset="0"/>
              </a:rPr>
              <a:t>FoodMatch</a:t>
            </a:r>
          </a:p>
        </p:txBody>
      </p:sp>
      <p:sp>
        <p:nvSpPr>
          <p:cNvPr id="6" name="Número">
            <a:extLst>
              <a:ext uri="{FF2B5EF4-FFF2-40B4-BE49-F238E27FC236}">
                <a16:creationId xmlns:a16="http://schemas.microsoft.com/office/drawing/2014/main" id="{4320C4B1-2A78-D1B5-41B1-E3FE2D77F7A4}"/>
              </a:ext>
            </a:extLst>
          </p:cNvPr>
          <p:cNvSpPr txBox="1"/>
          <p:nvPr/>
        </p:nvSpPr>
        <p:spPr>
          <a:xfrm>
            <a:off x="9525000" y="0"/>
            <a:ext cx="2400300" cy="571500"/>
          </a:xfrm>
          <a:prstGeom prst="rect">
            <a:avLst/>
          </a:prstGeom>
          <a:noFill/>
        </p:spPr>
        <p:txBody>
          <a:bodyPr vert="horz" wrap="square" lIns="0" tIns="0" rIns="0" bIns="0" rtlCol="0" anchor="ctr">
            <a:noAutofit/>
          </a:bodyPr>
          <a:lstStyle/>
          <a:p>
            <a:pPr algn="r"/>
            <a:r>
              <a:rPr lang="es-ES" sz="1350" b="1">
                <a:solidFill>
                  <a:srgbClr val="FFFFFF"/>
                </a:solidFill>
                <a:latin typeface="Segoe UI" panose="020B0502040204020203" pitchFamily="34" charset="0"/>
              </a:rPr>
              <a:t>3 / 8</a:t>
            </a:r>
          </a:p>
        </p:txBody>
      </p:sp>
      <p:sp>
        <p:nvSpPr>
          <p:cNvPr id="7" name="Título">
            <a:extLst>
              <a:ext uri="{FF2B5EF4-FFF2-40B4-BE49-F238E27FC236}">
                <a16:creationId xmlns:a16="http://schemas.microsoft.com/office/drawing/2014/main" id="{20AC7757-D721-77F7-F9E6-02F104237BD6}"/>
              </a:ext>
            </a:extLst>
          </p:cNvPr>
          <p:cNvSpPr txBox="1"/>
          <p:nvPr/>
        </p:nvSpPr>
        <p:spPr>
          <a:xfrm>
            <a:off x="609600" y="1905000"/>
            <a:ext cx="8572500" cy="1333500"/>
          </a:xfrm>
          <a:prstGeom prst="rect">
            <a:avLst/>
          </a:prstGeom>
          <a:noFill/>
        </p:spPr>
        <p:txBody>
          <a:bodyPr vert="horz" wrap="square" lIns="0" tIns="0" rIns="0" bIns="0" rtlCol="0" anchor="t">
            <a:noAutofit/>
          </a:bodyPr>
          <a:lstStyle/>
          <a:p>
            <a:r>
              <a:rPr lang="es-ES" sz="4200" b="1">
                <a:solidFill>
                  <a:srgbClr val="023820"/>
                </a:solidFill>
                <a:latin typeface="Segoe UI" panose="020B0502040204020203" pitchFamily="34" charset="0"/>
              </a:rPr>
              <a:t>No les faltan opciones: les falta confianza en la información</a:t>
            </a:r>
          </a:p>
        </p:txBody>
      </p:sp>
      <p:sp>
        <p:nvSpPr>
          <p:cNvPr id="8" name="Rectángulo: esquinas redondeadas 7">
            <a:extLst>
              <a:ext uri="{FF2B5EF4-FFF2-40B4-BE49-F238E27FC236}">
                <a16:creationId xmlns:a16="http://schemas.microsoft.com/office/drawing/2014/main" id="{24B1426D-4CEF-0812-BDED-17039E8EB058}"/>
              </a:ext>
            </a:extLst>
          </p:cNvPr>
          <p:cNvSpPr/>
          <p:nvPr/>
        </p:nvSpPr>
        <p:spPr>
          <a:xfrm>
            <a:off x="609600" y="3619500"/>
            <a:ext cx="4762500" cy="1714500"/>
          </a:xfrm>
          <a:prstGeom prst="roundRect">
            <a:avLst>
              <a:gd name="adj" fmla="val 7000"/>
            </a:avLst>
          </a:prstGeom>
          <a:solidFill>
            <a:srgbClr val="FFFAEB"/>
          </a:solidFill>
          <a:ln w="9525">
            <a:solidFill>
              <a:srgbClr val="EDD9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A6BB9858-355A-637F-DCAE-52B2AB56096B}"/>
              </a:ext>
            </a:extLst>
          </p:cNvPr>
          <p:cNvSpPr txBox="1"/>
          <p:nvPr/>
        </p:nvSpPr>
        <p:spPr>
          <a:xfrm>
            <a:off x="876300" y="4000500"/>
            <a:ext cx="4229100" cy="381000"/>
          </a:xfrm>
          <a:prstGeom prst="rect">
            <a:avLst/>
          </a:prstGeom>
          <a:noFill/>
        </p:spPr>
        <p:txBody>
          <a:bodyPr vert="horz" wrap="square" lIns="0" tIns="0" rIns="0" bIns="0" rtlCol="0" anchor="t">
            <a:noAutofit/>
          </a:bodyPr>
          <a:lstStyle/>
          <a:p>
            <a:r>
              <a:rPr lang="es-ES" sz="1950" b="1">
                <a:solidFill>
                  <a:srgbClr val="023820"/>
                </a:solidFill>
                <a:latin typeface="Segoe UI" panose="020B0502040204020203" pitchFamily="34" charset="0"/>
              </a:rPr>
              <a:t>Lo que ven en mapas y redes</a:t>
            </a:r>
          </a:p>
        </p:txBody>
      </p:sp>
      <p:sp>
        <p:nvSpPr>
          <p:cNvPr id="10" name="CuadroTexto 9">
            <a:extLst>
              <a:ext uri="{FF2B5EF4-FFF2-40B4-BE49-F238E27FC236}">
                <a16:creationId xmlns:a16="http://schemas.microsoft.com/office/drawing/2014/main" id="{28DB5DCA-772B-A065-4CB5-2F139B755C2B}"/>
              </a:ext>
            </a:extLst>
          </p:cNvPr>
          <p:cNvSpPr txBox="1"/>
          <p:nvPr/>
        </p:nvSpPr>
        <p:spPr>
          <a:xfrm>
            <a:off x="876300" y="4438650"/>
            <a:ext cx="4229100" cy="571500"/>
          </a:xfrm>
          <a:prstGeom prst="rect">
            <a:avLst/>
          </a:prstGeom>
          <a:noFill/>
        </p:spPr>
        <p:txBody>
          <a:bodyPr vert="horz" wrap="square" lIns="0" tIns="0" rIns="0" bIns="0" rtlCol="0" anchor="t">
            <a:noAutofit/>
          </a:bodyPr>
          <a:lstStyle/>
          <a:p>
            <a:r>
              <a:rPr lang="es-ES" sz="1500">
                <a:solidFill>
                  <a:srgbClr val="5A4A3A"/>
                </a:solidFill>
                <a:latin typeface="Segoe UI" panose="020B0502040204020203" pitchFamily="34" charset="0"/>
              </a:rPr>
              <a:t>Menús, precios y fotos que no siempre están al día</a:t>
            </a:r>
          </a:p>
        </p:txBody>
      </p:sp>
      <p:sp>
        <p:nvSpPr>
          <p:cNvPr id="11" name="Rectángulo: esquinas redondeadas 10">
            <a:extLst>
              <a:ext uri="{FF2B5EF4-FFF2-40B4-BE49-F238E27FC236}">
                <a16:creationId xmlns:a16="http://schemas.microsoft.com/office/drawing/2014/main" id="{EE929E38-1223-14DC-C83F-F55323036D0F}"/>
              </a:ext>
            </a:extLst>
          </p:cNvPr>
          <p:cNvSpPr/>
          <p:nvPr/>
        </p:nvSpPr>
        <p:spPr>
          <a:xfrm>
            <a:off x="6819900" y="3619500"/>
            <a:ext cx="4762500" cy="1714500"/>
          </a:xfrm>
          <a:prstGeom prst="roundRect">
            <a:avLst>
              <a:gd name="adj" fmla="val 7000"/>
            </a:avLst>
          </a:prstGeom>
          <a:solidFill>
            <a:srgbClr val="FFFAEB"/>
          </a:solidFill>
          <a:ln w="9525">
            <a:solidFill>
              <a:srgbClr val="EDD9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2" name="CuadroTexto 11">
            <a:extLst>
              <a:ext uri="{FF2B5EF4-FFF2-40B4-BE49-F238E27FC236}">
                <a16:creationId xmlns:a16="http://schemas.microsoft.com/office/drawing/2014/main" id="{5E010D8A-E847-3B0B-3235-21F894FF0890}"/>
              </a:ext>
            </a:extLst>
          </p:cNvPr>
          <p:cNvSpPr txBox="1"/>
          <p:nvPr/>
        </p:nvSpPr>
        <p:spPr>
          <a:xfrm>
            <a:off x="7086600" y="4000500"/>
            <a:ext cx="4229100" cy="381000"/>
          </a:xfrm>
          <a:prstGeom prst="rect">
            <a:avLst/>
          </a:prstGeom>
          <a:noFill/>
        </p:spPr>
        <p:txBody>
          <a:bodyPr vert="horz" wrap="square" lIns="0" tIns="0" rIns="0" bIns="0" rtlCol="0" anchor="t">
            <a:noAutofit/>
          </a:bodyPr>
          <a:lstStyle/>
          <a:p>
            <a:r>
              <a:rPr lang="es-ES" sz="1950" b="1">
                <a:solidFill>
                  <a:srgbClr val="023820"/>
                </a:solidFill>
                <a:latin typeface="Segoe UI" panose="020B0502040204020203" pitchFamily="34" charset="0"/>
              </a:rPr>
              <a:t>Lo que encuentran en el local</a:t>
            </a:r>
          </a:p>
        </p:txBody>
      </p:sp>
      <p:sp>
        <p:nvSpPr>
          <p:cNvPr id="13" name="CuadroTexto 12">
            <a:extLst>
              <a:ext uri="{FF2B5EF4-FFF2-40B4-BE49-F238E27FC236}">
                <a16:creationId xmlns:a16="http://schemas.microsoft.com/office/drawing/2014/main" id="{AB864012-316B-B60C-CFF8-29682C391623}"/>
              </a:ext>
            </a:extLst>
          </p:cNvPr>
          <p:cNvSpPr txBox="1"/>
          <p:nvPr/>
        </p:nvSpPr>
        <p:spPr>
          <a:xfrm>
            <a:off x="7086600" y="4438650"/>
            <a:ext cx="4229100" cy="571500"/>
          </a:xfrm>
          <a:prstGeom prst="rect">
            <a:avLst/>
          </a:prstGeom>
          <a:noFill/>
        </p:spPr>
        <p:txBody>
          <a:bodyPr vert="horz" wrap="square" lIns="0" tIns="0" rIns="0" bIns="0" rtlCol="0" anchor="t">
            <a:noAutofit/>
          </a:bodyPr>
          <a:lstStyle/>
          <a:p>
            <a:r>
              <a:rPr lang="es-ES" sz="1500">
                <a:solidFill>
                  <a:srgbClr val="5A4A3A"/>
                </a:solidFill>
                <a:latin typeface="Segoe UI" panose="020B0502040204020203" pitchFamily="34" charset="0"/>
              </a:rPr>
              <a:t>Otra carta, otros precios… y a cruzar fuentes otra vez</a:t>
            </a:r>
          </a:p>
        </p:txBody>
      </p:sp>
      <p:sp>
        <p:nvSpPr>
          <p:cNvPr id="14" name="Distinto" descr="no coincide con">
            <a:extLst>
              <a:ext uri="{FF2B5EF4-FFF2-40B4-BE49-F238E27FC236}">
                <a16:creationId xmlns:a16="http://schemas.microsoft.com/office/drawing/2014/main" id="{47B8C040-44A6-114D-8791-B62677CDFFC9}"/>
              </a:ext>
            </a:extLst>
          </p:cNvPr>
          <p:cNvSpPr txBox="1"/>
          <p:nvPr/>
        </p:nvSpPr>
        <p:spPr>
          <a:xfrm>
            <a:off x="5619750" y="3619500"/>
            <a:ext cx="952500" cy="1714500"/>
          </a:xfrm>
          <a:prstGeom prst="rect">
            <a:avLst/>
          </a:prstGeom>
          <a:noFill/>
        </p:spPr>
        <p:txBody>
          <a:bodyPr vert="horz" wrap="square" lIns="0" tIns="0" rIns="0" bIns="0" rtlCol="0" anchor="ctr">
            <a:noAutofit/>
          </a:bodyPr>
          <a:lstStyle/>
          <a:p>
            <a:pPr algn="ctr"/>
            <a:r>
              <a:rPr lang="es-ES" sz="8250" b="1">
                <a:solidFill>
                  <a:srgbClr val="C1440E"/>
                </a:solidFill>
                <a:latin typeface="Segoe UI" panose="020B0502040204020203" pitchFamily="34" charset="0"/>
              </a:rPr>
              <a:t>≠</a:t>
            </a:r>
          </a:p>
        </p:txBody>
      </p:sp>
    </p:spTree>
    <p:extLst>
      <p:ext uri="{BB962C8B-B14F-4D97-AF65-F5344CB8AC3E}">
        <p14:creationId xmlns:p14="http://schemas.microsoft.com/office/powerpoint/2010/main" val="34140116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1C9"/>
        </a:solidFill>
        <a:effectLst/>
      </p:bgPr>
    </p:bg>
    <p:spTree>
      <p:nvGrpSpPr>
        <p:cNvPr id="1" name=""/>
        <p:cNvGrpSpPr/>
        <p:nvPr/>
      </p:nvGrpSpPr>
      <p:grpSpPr>
        <a:xfrm>
          <a:off x="0" y="0"/>
          <a:ext cx="0" cy="0"/>
          <a:chOff x="0" y="0"/>
          <a:chExt cx="0" cy="0"/>
        </a:xfrm>
      </p:grpSpPr>
      <p:sp>
        <p:nvSpPr>
          <p:cNvPr id="2" name="Cabecera">
            <a:extLst>
              <a:ext uri="{FF2B5EF4-FFF2-40B4-BE49-F238E27FC236}">
                <a16:creationId xmlns:a16="http://schemas.microsoft.com/office/drawing/2014/main" id="{285FF208-49AA-061A-1FC6-364428EE9A38}"/>
              </a:ext>
            </a:extLst>
          </p:cNvPr>
          <p:cNvSpPr/>
          <p:nvPr/>
        </p:nvSpPr>
        <p:spPr>
          <a:xfrm>
            <a:off x="0" y="0"/>
            <a:ext cx="12192000" cy="571500"/>
          </a:xfrm>
          <a:prstGeom prst="rect">
            <a:avLst/>
          </a:prstGeom>
          <a:solidFill>
            <a:srgbClr val="C144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Logo" descr="Logo de FoodMatch">
            <a:extLst>
              <a:ext uri="{FF2B5EF4-FFF2-40B4-BE49-F238E27FC236}">
                <a16:creationId xmlns:a16="http://schemas.microsoft.com/office/drawing/2014/main" id="{93920F93-4D26-F343-5520-D4A64F247E8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 y="95250"/>
            <a:ext cx="381000" cy="381000"/>
          </a:xfrm>
          <a:prstGeom prst="roundRect">
            <a:avLst>
              <a:gd name="adj" fmla="val 25000"/>
            </a:avLst>
          </a:prstGeom>
        </p:spPr>
      </p:pic>
      <p:sp>
        <p:nvSpPr>
          <p:cNvPr id="5" name="Marca">
            <a:extLst>
              <a:ext uri="{FF2B5EF4-FFF2-40B4-BE49-F238E27FC236}">
                <a16:creationId xmlns:a16="http://schemas.microsoft.com/office/drawing/2014/main" id="{5BD20C1C-C99F-3273-E873-C66FC765AF40}"/>
              </a:ext>
            </a:extLst>
          </p:cNvPr>
          <p:cNvSpPr txBox="1"/>
          <p:nvPr/>
        </p:nvSpPr>
        <p:spPr>
          <a:xfrm>
            <a:off x="781050" y="0"/>
            <a:ext cx="2857500" cy="571500"/>
          </a:xfrm>
          <a:prstGeom prst="rect">
            <a:avLst/>
          </a:prstGeom>
          <a:noFill/>
        </p:spPr>
        <p:txBody>
          <a:bodyPr vert="horz" wrap="square" lIns="0" tIns="0" rIns="0" bIns="0" rtlCol="0" anchor="ctr">
            <a:noAutofit/>
          </a:bodyPr>
          <a:lstStyle/>
          <a:p>
            <a:r>
              <a:rPr lang="es-ES" sz="1350" b="1">
                <a:solidFill>
                  <a:srgbClr val="FFFFFF"/>
                </a:solidFill>
                <a:latin typeface="Segoe UI" panose="020B0502040204020203" pitchFamily="34" charset="0"/>
              </a:rPr>
              <a:t>FoodMatch</a:t>
            </a:r>
          </a:p>
        </p:txBody>
      </p:sp>
      <p:sp>
        <p:nvSpPr>
          <p:cNvPr id="6" name="Número">
            <a:extLst>
              <a:ext uri="{FF2B5EF4-FFF2-40B4-BE49-F238E27FC236}">
                <a16:creationId xmlns:a16="http://schemas.microsoft.com/office/drawing/2014/main" id="{984CEE9A-7F19-3DBB-A9A6-C9477A1B5121}"/>
              </a:ext>
            </a:extLst>
          </p:cNvPr>
          <p:cNvSpPr txBox="1"/>
          <p:nvPr/>
        </p:nvSpPr>
        <p:spPr>
          <a:xfrm>
            <a:off x="9525000" y="0"/>
            <a:ext cx="2400300" cy="571500"/>
          </a:xfrm>
          <a:prstGeom prst="rect">
            <a:avLst/>
          </a:prstGeom>
          <a:noFill/>
        </p:spPr>
        <p:txBody>
          <a:bodyPr vert="horz" wrap="square" lIns="0" tIns="0" rIns="0" bIns="0" rtlCol="0" anchor="ctr">
            <a:noAutofit/>
          </a:bodyPr>
          <a:lstStyle/>
          <a:p>
            <a:pPr algn="r"/>
            <a:r>
              <a:rPr lang="es-ES" sz="1350" b="1">
                <a:solidFill>
                  <a:srgbClr val="FFFFFF"/>
                </a:solidFill>
                <a:latin typeface="Segoe UI" panose="020B0502040204020203" pitchFamily="34" charset="0"/>
              </a:rPr>
              <a:t>4 / 8</a:t>
            </a:r>
          </a:p>
        </p:txBody>
      </p:sp>
      <p:sp>
        <p:nvSpPr>
          <p:cNvPr id="7" name="Título">
            <a:extLst>
              <a:ext uri="{FF2B5EF4-FFF2-40B4-BE49-F238E27FC236}">
                <a16:creationId xmlns:a16="http://schemas.microsoft.com/office/drawing/2014/main" id="{77CA7C25-F2F3-548A-6B4A-8E5E1213F740}"/>
              </a:ext>
            </a:extLst>
          </p:cNvPr>
          <p:cNvSpPr txBox="1"/>
          <p:nvPr/>
        </p:nvSpPr>
        <p:spPr>
          <a:xfrm>
            <a:off x="609600" y="990600"/>
            <a:ext cx="10477500" cy="666750"/>
          </a:xfrm>
          <a:prstGeom prst="rect">
            <a:avLst/>
          </a:prstGeom>
          <a:noFill/>
        </p:spPr>
        <p:txBody>
          <a:bodyPr vert="horz" wrap="square" lIns="0" tIns="0" rIns="0" bIns="0" rtlCol="0" anchor="t">
            <a:noAutofit/>
          </a:bodyPr>
          <a:lstStyle/>
          <a:p>
            <a:r>
              <a:rPr lang="es-ES" sz="4200" b="1">
                <a:solidFill>
                  <a:srgbClr val="023820"/>
                </a:solidFill>
                <a:latin typeface="Segoe UI" panose="020B0502040204020203" pitchFamily="34" charset="0"/>
              </a:rPr>
              <a:t>FoodMatch · demo en vivo</a:t>
            </a:r>
          </a:p>
        </p:txBody>
      </p:sp>
      <p:sp>
        <p:nvSpPr>
          <p:cNvPr id="8" name="Botón demo">
            <a:hlinkClick r:id="rId4"/>
            <a:extLst>
              <a:ext uri="{FF2B5EF4-FFF2-40B4-BE49-F238E27FC236}">
                <a16:creationId xmlns:a16="http://schemas.microsoft.com/office/drawing/2014/main" id="{DDEA8ED8-BDB1-5A65-5EA2-5874FF5BBE38}"/>
              </a:ext>
            </a:extLst>
          </p:cNvPr>
          <p:cNvSpPr/>
          <p:nvPr/>
        </p:nvSpPr>
        <p:spPr>
          <a:xfrm>
            <a:off x="9715500" y="990600"/>
            <a:ext cx="1866900" cy="552450"/>
          </a:xfrm>
          <a:prstGeom prst="roundRect">
            <a:avLst>
              <a:gd name="adj" fmla="val 50000"/>
            </a:avLst>
          </a:prstGeom>
          <a:solidFill>
            <a:srgbClr val="C144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s-ES" sz="1500" b="1">
                <a:solidFill>
                  <a:srgbClr val="FFFFFF"/>
                </a:solidFill>
                <a:latin typeface="Segoe UI" panose="020B0502040204020203" pitchFamily="34" charset="0"/>
              </a:rPr>
              <a:t>Demo en vivo ↗</a:t>
            </a:r>
          </a:p>
        </p:txBody>
      </p:sp>
      <p:sp>
        <p:nvSpPr>
          <p:cNvPr id="9" name="Rectángulo: esquinas redondeadas 8">
            <a:extLst>
              <a:ext uri="{FF2B5EF4-FFF2-40B4-BE49-F238E27FC236}">
                <a16:creationId xmlns:a16="http://schemas.microsoft.com/office/drawing/2014/main" id="{462A2EC2-2493-19A1-414E-7CBD57E73416}"/>
              </a:ext>
            </a:extLst>
          </p:cNvPr>
          <p:cNvSpPr/>
          <p:nvPr/>
        </p:nvSpPr>
        <p:spPr>
          <a:xfrm>
            <a:off x="1428750" y="2238375"/>
            <a:ext cx="1562100" cy="3381375"/>
          </a:xfrm>
          <a:prstGeom prst="roundRect">
            <a:avLst>
              <a:gd name="adj" fmla="val 16000"/>
            </a:avLst>
          </a:prstGeom>
          <a:solidFill>
            <a:srgbClr val="023820"/>
          </a:solidFill>
          <a:ln w="19050" cap="flat" cmpd="sng" algn="ctr">
            <a:noFill/>
            <a:prstDash val="solid"/>
            <a:miter lim="800000"/>
          </a:ln>
          <a:effectLst>
            <a:outerShdw blurRad="152400" dist="50800" dir="5400000" rotWithShape="0">
              <a:srgbClr val="023820">
                <a:alpha val="25000"/>
              </a:srgbClr>
            </a:outerShdw>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1" name="Imagen 10" descr="Captura de la app: pantalla de inicio con el logo y el lema">
            <a:extLst>
              <a:ext uri="{FF2B5EF4-FFF2-40B4-BE49-F238E27FC236}">
                <a16:creationId xmlns:a16="http://schemas.microsoft.com/office/drawing/2014/main" id="{A11309FD-3172-B82E-6F61-F8160B355629}"/>
              </a:ext>
            </a:extLst>
          </p:cNvPr>
          <p:cNvPicPr>
            <a:picLocks/>
          </p:cNvPicPr>
          <p:nvPr/>
        </p:nvPicPr>
        <p:blipFill>
          <a:blip r:embed="rId5">
            <a:extLst>
              <a:ext uri="{28A0092B-C50C-407E-A947-70E740481C1C}">
                <a14:useLocalDpi xmlns:a14="http://schemas.microsoft.com/office/drawing/2010/main" val="0"/>
              </a:ext>
            </a:extLst>
          </a:blip>
          <a:stretch>
            <a:fillRect/>
          </a:stretch>
        </p:blipFill>
        <p:spPr>
          <a:xfrm>
            <a:off x="1514475" y="2324100"/>
            <a:ext cx="1390650" cy="3209925"/>
          </a:xfrm>
          <a:prstGeom prst="roundRect">
            <a:avLst>
              <a:gd name="adj" fmla="val 13000"/>
            </a:avLst>
          </a:prstGeom>
        </p:spPr>
      </p:pic>
      <p:sp>
        <p:nvSpPr>
          <p:cNvPr id="12" name="Rectángulo: esquinas redondeadas 11">
            <a:extLst>
              <a:ext uri="{FF2B5EF4-FFF2-40B4-BE49-F238E27FC236}">
                <a16:creationId xmlns:a16="http://schemas.microsoft.com/office/drawing/2014/main" id="{35B428B8-C49A-07FC-BB85-FF8C01B45AB4}"/>
              </a:ext>
            </a:extLst>
          </p:cNvPr>
          <p:cNvSpPr/>
          <p:nvPr/>
        </p:nvSpPr>
        <p:spPr>
          <a:xfrm>
            <a:off x="1752600" y="5772150"/>
            <a:ext cx="914400" cy="342900"/>
          </a:xfrm>
          <a:prstGeom prst="roundRect">
            <a:avLst>
              <a:gd name="adj" fmla="val 50000"/>
            </a:avLst>
          </a:prstGeom>
          <a:solidFill>
            <a:srgbClr val="F9D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s-ES" sz="1200" b="1">
                <a:solidFill>
                  <a:srgbClr val="9A360B"/>
                </a:solidFill>
                <a:latin typeface="Segoe UI" panose="020B0502040204020203" pitchFamily="34" charset="0"/>
              </a:rPr>
              <a:t>Inicio</a:t>
            </a:r>
          </a:p>
        </p:txBody>
      </p:sp>
      <p:sp>
        <p:nvSpPr>
          <p:cNvPr id="13" name="CuadroTexto 12">
            <a:extLst>
              <a:ext uri="{FF2B5EF4-FFF2-40B4-BE49-F238E27FC236}">
                <a16:creationId xmlns:a16="http://schemas.microsoft.com/office/drawing/2014/main" id="{268E3162-B244-D2AB-6AE6-6D1841293051}"/>
              </a:ext>
            </a:extLst>
          </p:cNvPr>
          <p:cNvSpPr txBox="1"/>
          <p:nvPr/>
        </p:nvSpPr>
        <p:spPr>
          <a:xfrm>
            <a:off x="3124200" y="3714750"/>
            <a:ext cx="419100" cy="476250"/>
          </a:xfrm>
          <a:prstGeom prst="rect">
            <a:avLst/>
          </a:prstGeom>
          <a:noFill/>
        </p:spPr>
        <p:txBody>
          <a:bodyPr vert="horz" wrap="square" lIns="0" tIns="0" rIns="0" bIns="0" rtlCol="0" anchor="ctr">
            <a:noAutofit/>
          </a:bodyPr>
          <a:lstStyle/>
          <a:p>
            <a:pPr algn="ctr"/>
            <a:r>
              <a:rPr lang="es-ES" sz="3000" b="1">
                <a:solidFill>
                  <a:srgbClr val="C1440E"/>
                </a:solidFill>
                <a:latin typeface="Segoe UI" panose="020B0502040204020203" pitchFamily="34" charset="0"/>
              </a:rPr>
              <a:t>→</a:t>
            </a:r>
          </a:p>
        </p:txBody>
      </p:sp>
      <p:sp>
        <p:nvSpPr>
          <p:cNvPr id="14" name="Rectángulo: esquinas redondeadas 13">
            <a:extLst>
              <a:ext uri="{FF2B5EF4-FFF2-40B4-BE49-F238E27FC236}">
                <a16:creationId xmlns:a16="http://schemas.microsoft.com/office/drawing/2014/main" id="{8768AE95-13CF-76A0-6AFC-FE957670BF62}"/>
              </a:ext>
            </a:extLst>
          </p:cNvPr>
          <p:cNvSpPr/>
          <p:nvPr/>
        </p:nvSpPr>
        <p:spPr>
          <a:xfrm>
            <a:off x="3676650" y="2238375"/>
            <a:ext cx="1562100" cy="3381375"/>
          </a:xfrm>
          <a:prstGeom prst="roundRect">
            <a:avLst>
              <a:gd name="adj" fmla="val 16000"/>
            </a:avLst>
          </a:prstGeom>
          <a:solidFill>
            <a:srgbClr val="023820"/>
          </a:solidFill>
          <a:ln w="19050" cap="flat" cmpd="sng" algn="ctr">
            <a:noFill/>
            <a:prstDash val="solid"/>
            <a:miter lim="800000"/>
          </a:ln>
          <a:effectLst>
            <a:outerShdw blurRad="152400" dist="50800" dir="5400000" rotWithShape="0">
              <a:srgbClr val="023820">
                <a:alpha val="25000"/>
              </a:srgbClr>
            </a:outerShdw>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6" name="Imagen 15" descr="Captura de la app: formulario de gustos, presupuesto, dieta y alergias">
            <a:extLst>
              <a:ext uri="{FF2B5EF4-FFF2-40B4-BE49-F238E27FC236}">
                <a16:creationId xmlns:a16="http://schemas.microsoft.com/office/drawing/2014/main" id="{96BC669A-7754-7B7D-48B5-F9F55697F687}"/>
              </a:ext>
            </a:extLst>
          </p:cNvPr>
          <p:cNvPicPr>
            <a:picLocks/>
          </p:cNvPicPr>
          <p:nvPr/>
        </p:nvPicPr>
        <p:blipFill>
          <a:blip r:embed="rId6">
            <a:extLst>
              <a:ext uri="{28A0092B-C50C-407E-A947-70E740481C1C}">
                <a14:useLocalDpi xmlns:a14="http://schemas.microsoft.com/office/drawing/2010/main" val="0"/>
              </a:ext>
            </a:extLst>
          </a:blip>
          <a:stretch>
            <a:fillRect/>
          </a:stretch>
        </p:blipFill>
        <p:spPr>
          <a:xfrm>
            <a:off x="3762375" y="2324100"/>
            <a:ext cx="1390650" cy="3209925"/>
          </a:xfrm>
          <a:prstGeom prst="roundRect">
            <a:avLst>
              <a:gd name="adj" fmla="val 13000"/>
            </a:avLst>
          </a:prstGeom>
        </p:spPr>
      </p:pic>
      <p:sp>
        <p:nvSpPr>
          <p:cNvPr id="17" name="Rectángulo: esquinas redondeadas 16">
            <a:extLst>
              <a:ext uri="{FF2B5EF4-FFF2-40B4-BE49-F238E27FC236}">
                <a16:creationId xmlns:a16="http://schemas.microsoft.com/office/drawing/2014/main" id="{44450ADE-E621-81B6-0ED8-5231D60D418A}"/>
              </a:ext>
            </a:extLst>
          </p:cNvPr>
          <p:cNvSpPr/>
          <p:nvPr/>
        </p:nvSpPr>
        <p:spPr>
          <a:xfrm>
            <a:off x="3705225" y="5772150"/>
            <a:ext cx="1504950" cy="342900"/>
          </a:xfrm>
          <a:prstGeom prst="roundRect">
            <a:avLst>
              <a:gd name="adj" fmla="val 50000"/>
            </a:avLst>
          </a:prstGeom>
          <a:solidFill>
            <a:srgbClr val="F9D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s-ES" sz="1200" b="1">
                <a:solidFill>
                  <a:srgbClr val="9A360B"/>
                </a:solidFill>
                <a:latin typeface="Segoe UI" panose="020B0502040204020203" pitchFamily="34" charset="0"/>
              </a:rPr>
              <a:t>1 · Tus gustos</a:t>
            </a:r>
          </a:p>
        </p:txBody>
      </p:sp>
      <p:sp>
        <p:nvSpPr>
          <p:cNvPr id="18" name="CuadroTexto 17">
            <a:extLst>
              <a:ext uri="{FF2B5EF4-FFF2-40B4-BE49-F238E27FC236}">
                <a16:creationId xmlns:a16="http://schemas.microsoft.com/office/drawing/2014/main" id="{B42AB0C7-8E3F-49D1-EA7B-0E8847309BD6}"/>
              </a:ext>
            </a:extLst>
          </p:cNvPr>
          <p:cNvSpPr txBox="1"/>
          <p:nvPr/>
        </p:nvSpPr>
        <p:spPr>
          <a:xfrm>
            <a:off x="5372100" y="3714750"/>
            <a:ext cx="419100" cy="476250"/>
          </a:xfrm>
          <a:prstGeom prst="rect">
            <a:avLst/>
          </a:prstGeom>
          <a:noFill/>
        </p:spPr>
        <p:txBody>
          <a:bodyPr vert="horz" wrap="square" lIns="0" tIns="0" rIns="0" bIns="0" rtlCol="0" anchor="ctr">
            <a:noAutofit/>
          </a:bodyPr>
          <a:lstStyle/>
          <a:p>
            <a:pPr algn="ctr"/>
            <a:r>
              <a:rPr lang="es-ES" sz="3000" b="1">
                <a:solidFill>
                  <a:srgbClr val="C1440E"/>
                </a:solidFill>
                <a:latin typeface="Segoe UI" panose="020B0502040204020203" pitchFamily="34" charset="0"/>
              </a:rPr>
              <a:t>→</a:t>
            </a:r>
          </a:p>
        </p:txBody>
      </p:sp>
      <p:sp>
        <p:nvSpPr>
          <p:cNvPr id="19" name="Rectángulo: esquinas redondeadas 18">
            <a:extLst>
              <a:ext uri="{FF2B5EF4-FFF2-40B4-BE49-F238E27FC236}">
                <a16:creationId xmlns:a16="http://schemas.microsoft.com/office/drawing/2014/main" id="{CF67E502-A53F-065B-DC58-B60C0BBCC54B}"/>
              </a:ext>
            </a:extLst>
          </p:cNvPr>
          <p:cNvSpPr/>
          <p:nvPr/>
        </p:nvSpPr>
        <p:spPr>
          <a:xfrm>
            <a:off x="5924550" y="2238375"/>
            <a:ext cx="1562100" cy="3381375"/>
          </a:xfrm>
          <a:prstGeom prst="roundRect">
            <a:avLst>
              <a:gd name="adj" fmla="val 16000"/>
            </a:avLst>
          </a:prstGeom>
          <a:solidFill>
            <a:srgbClr val="023820"/>
          </a:solidFill>
          <a:ln w="19050" cap="flat" cmpd="sng" algn="ctr">
            <a:noFill/>
            <a:prstDash val="solid"/>
            <a:miter lim="800000"/>
          </a:ln>
          <a:effectLst>
            <a:outerShdw blurRad="152400" dist="50800" dir="5400000" rotWithShape="0">
              <a:srgbClr val="023820">
                <a:alpha val="25000"/>
              </a:srgbClr>
            </a:outerShdw>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1" name="Imagen 20" descr="Captura de la app: mapa de Madrid con los restaurantes que encajan">
            <a:extLst>
              <a:ext uri="{FF2B5EF4-FFF2-40B4-BE49-F238E27FC236}">
                <a16:creationId xmlns:a16="http://schemas.microsoft.com/office/drawing/2014/main" id="{964CBC80-5029-3453-C2CD-CAE31AB2C068}"/>
              </a:ext>
            </a:extLst>
          </p:cNvPr>
          <p:cNvPicPr>
            <a:picLocks/>
          </p:cNvPicPr>
          <p:nvPr/>
        </p:nvPicPr>
        <p:blipFill>
          <a:blip r:embed="rId7">
            <a:extLst>
              <a:ext uri="{28A0092B-C50C-407E-A947-70E740481C1C}">
                <a14:useLocalDpi xmlns:a14="http://schemas.microsoft.com/office/drawing/2010/main" val="0"/>
              </a:ext>
            </a:extLst>
          </a:blip>
          <a:stretch>
            <a:fillRect/>
          </a:stretch>
        </p:blipFill>
        <p:spPr>
          <a:xfrm>
            <a:off x="6010275" y="2324100"/>
            <a:ext cx="1390650" cy="3209925"/>
          </a:xfrm>
          <a:prstGeom prst="roundRect">
            <a:avLst>
              <a:gd name="adj" fmla="val 13000"/>
            </a:avLst>
          </a:prstGeom>
        </p:spPr>
      </p:pic>
      <p:sp>
        <p:nvSpPr>
          <p:cNvPr id="22" name="Rectángulo: esquinas redondeadas 21">
            <a:extLst>
              <a:ext uri="{FF2B5EF4-FFF2-40B4-BE49-F238E27FC236}">
                <a16:creationId xmlns:a16="http://schemas.microsoft.com/office/drawing/2014/main" id="{7344B00D-D11B-3630-991A-AD023168BD44}"/>
              </a:ext>
            </a:extLst>
          </p:cNvPr>
          <p:cNvSpPr/>
          <p:nvPr/>
        </p:nvSpPr>
        <p:spPr>
          <a:xfrm>
            <a:off x="5910263" y="5772150"/>
            <a:ext cx="1590675" cy="342900"/>
          </a:xfrm>
          <a:prstGeom prst="roundRect">
            <a:avLst>
              <a:gd name="adj" fmla="val 50000"/>
            </a:avLst>
          </a:prstGeom>
          <a:solidFill>
            <a:srgbClr val="F9DCC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s-ES" sz="1200" b="1">
                <a:solidFill>
                  <a:srgbClr val="9A360B"/>
                </a:solidFill>
                <a:latin typeface="Segoe UI" panose="020B0502040204020203" pitchFamily="34" charset="0"/>
              </a:rPr>
              <a:t>2 · Cerca de ti</a:t>
            </a:r>
          </a:p>
        </p:txBody>
      </p:sp>
      <p:sp>
        <p:nvSpPr>
          <p:cNvPr id="23" name="CuadroTexto 22">
            <a:extLst>
              <a:ext uri="{FF2B5EF4-FFF2-40B4-BE49-F238E27FC236}">
                <a16:creationId xmlns:a16="http://schemas.microsoft.com/office/drawing/2014/main" id="{726D3E4D-B218-204F-FCF6-042D6A80C4C1}"/>
              </a:ext>
            </a:extLst>
          </p:cNvPr>
          <p:cNvSpPr txBox="1"/>
          <p:nvPr/>
        </p:nvSpPr>
        <p:spPr>
          <a:xfrm>
            <a:off x="7620000" y="3714750"/>
            <a:ext cx="419100" cy="476250"/>
          </a:xfrm>
          <a:prstGeom prst="rect">
            <a:avLst/>
          </a:prstGeom>
          <a:noFill/>
        </p:spPr>
        <p:txBody>
          <a:bodyPr vert="horz" wrap="square" lIns="0" tIns="0" rIns="0" bIns="0" rtlCol="0" anchor="ctr">
            <a:noAutofit/>
          </a:bodyPr>
          <a:lstStyle/>
          <a:p>
            <a:pPr algn="ctr"/>
            <a:r>
              <a:rPr lang="es-ES" sz="3000" b="1">
                <a:solidFill>
                  <a:srgbClr val="C1440E"/>
                </a:solidFill>
                <a:latin typeface="Segoe UI" panose="020B0502040204020203" pitchFamily="34" charset="0"/>
              </a:rPr>
              <a:t>→</a:t>
            </a:r>
          </a:p>
        </p:txBody>
      </p:sp>
      <p:sp>
        <p:nvSpPr>
          <p:cNvPr id="24" name="Rectángulo: esquinas redondeadas 23">
            <a:extLst>
              <a:ext uri="{FF2B5EF4-FFF2-40B4-BE49-F238E27FC236}">
                <a16:creationId xmlns:a16="http://schemas.microsoft.com/office/drawing/2014/main" id="{4AED0910-2D69-F54D-CE7C-1B5EEA068F0F}"/>
              </a:ext>
            </a:extLst>
          </p:cNvPr>
          <p:cNvSpPr/>
          <p:nvPr/>
        </p:nvSpPr>
        <p:spPr>
          <a:xfrm>
            <a:off x="8172450" y="1704975"/>
            <a:ext cx="1809750" cy="3914775"/>
          </a:xfrm>
          <a:prstGeom prst="roundRect">
            <a:avLst>
              <a:gd name="adj" fmla="val 16000"/>
            </a:avLst>
          </a:prstGeom>
          <a:solidFill>
            <a:srgbClr val="C1440E"/>
          </a:solidFill>
          <a:ln w="19050" cap="flat" cmpd="sng" algn="ctr">
            <a:noFill/>
            <a:prstDash val="solid"/>
            <a:miter lim="800000"/>
          </a:ln>
          <a:effectLst>
            <a:outerShdw blurRad="152400" dist="50800" dir="5400000" rotWithShape="0">
              <a:srgbClr val="023820">
                <a:alpha val="25000"/>
              </a:srgbClr>
            </a:outerShdw>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26" name="Imagen 25" descr="Captura de la app: ficha con carta y precios comprobados, fecha y fuente">
            <a:extLst>
              <a:ext uri="{FF2B5EF4-FFF2-40B4-BE49-F238E27FC236}">
                <a16:creationId xmlns:a16="http://schemas.microsoft.com/office/drawing/2014/main" id="{5DED2463-2AD4-1A34-2104-9B6D902C178E}"/>
              </a:ext>
            </a:extLst>
          </p:cNvPr>
          <p:cNvPicPr>
            <a:picLocks/>
          </p:cNvPicPr>
          <p:nvPr/>
        </p:nvPicPr>
        <p:blipFill>
          <a:blip r:embed="rId8">
            <a:extLst>
              <a:ext uri="{28A0092B-C50C-407E-A947-70E740481C1C}">
                <a14:useLocalDpi xmlns:a14="http://schemas.microsoft.com/office/drawing/2010/main" val="0"/>
              </a:ext>
            </a:extLst>
          </a:blip>
          <a:stretch>
            <a:fillRect/>
          </a:stretch>
        </p:blipFill>
        <p:spPr>
          <a:xfrm>
            <a:off x="8258175" y="1790700"/>
            <a:ext cx="1638300" cy="3743325"/>
          </a:xfrm>
          <a:prstGeom prst="roundRect">
            <a:avLst>
              <a:gd name="adj" fmla="val 13000"/>
            </a:avLst>
          </a:prstGeom>
        </p:spPr>
      </p:pic>
      <p:sp>
        <p:nvSpPr>
          <p:cNvPr id="27" name="Rectángulo: esquinas redondeadas 26">
            <a:extLst>
              <a:ext uri="{FF2B5EF4-FFF2-40B4-BE49-F238E27FC236}">
                <a16:creationId xmlns:a16="http://schemas.microsoft.com/office/drawing/2014/main" id="{972CD54C-6BEC-2374-4044-EF536A3E6C0C}"/>
              </a:ext>
            </a:extLst>
          </p:cNvPr>
          <p:cNvSpPr/>
          <p:nvPr/>
        </p:nvSpPr>
        <p:spPr>
          <a:xfrm>
            <a:off x="7791450" y="5772150"/>
            <a:ext cx="2571750" cy="342900"/>
          </a:xfrm>
          <a:prstGeom prst="roundRect">
            <a:avLst>
              <a:gd name="adj" fmla="val 50000"/>
            </a:avLst>
          </a:prstGeom>
          <a:solidFill>
            <a:srgbClr val="DCEFE3"/>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s-ES" sz="1200" b="1">
                <a:solidFill>
                  <a:srgbClr val="1F5A38"/>
                </a:solidFill>
                <a:latin typeface="Segoe UI" panose="020B0502040204020203" pitchFamily="34" charset="0"/>
              </a:rPr>
              <a:t>3 · Carta y precios comprobados</a:t>
            </a:r>
          </a:p>
        </p:txBody>
      </p:sp>
    </p:spTree>
    <p:extLst>
      <p:ext uri="{BB962C8B-B14F-4D97-AF65-F5344CB8AC3E}">
        <p14:creationId xmlns:p14="http://schemas.microsoft.com/office/powerpoint/2010/main" val="31092864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1C9"/>
        </a:solidFill>
        <a:effectLst/>
      </p:bgPr>
    </p:bg>
    <p:spTree>
      <p:nvGrpSpPr>
        <p:cNvPr id="1" name=""/>
        <p:cNvGrpSpPr/>
        <p:nvPr/>
      </p:nvGrpSpPr>
      <p:grpSpPr>
        <a:xfrm>
          <a:off x="0" y="0"/>
          <a:ext cx="0" cy="0"/>
          <a:chOff x="0" y="0"/>
          <a:chExt cx="0" cy="0"/>
        </a:xfrm>
      </p:grpSpPr>
      <p:sp>
        <p:nvSpPr>
          <p:cNvPr id="2" name="Cabecera">
            <a:extLst>
              <a:ext uri="{FF2B5EF4-FFF2-40B4-BE49-F238E27FC236}">
                <a16:creationId xmlns:a16="http://schemas.microsoft.com/office/drawing/2014/main" id="{F61A9601-E416-952B-D37F-D0151010FAB2}"/>
              </a:ext>
            </a:extLst>
          </p:cNvPr>
          <p:cNvSpPr/>
          <p:nvPr/>
        </p:nvSpPr>
        <p:spPr>
          <a:xfrm>
            <a:off x="0" y="0"/>
            <a:ext cx="12192000" cy="571500"/>
          </a:xfrm>
          <a:prstGeom prst="rect">
            <a:avLst/>
          </a:prstGeom>
          <a:solidFill>
            <a:srgbClr val="C144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Logo" descr="Logo de FoodMatch">
            <a:extLst>
              <a:ext uri="{FF2B5EF4-FFF2-40B4-BE49-F238E27FC236}">
                <a16:creationId xmlns:a16="http://schemas.microsoft.com/office/drawing/2014/main" id="{DA3C7F32-C9AE-86B2-2039-8431B75F335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 y="95250"/>
            <a:ext cx="381000" cy="381000"/>
          </a:xfrm>
          <a:prstGeom prst="roundRect">
            <a:avLst>
              <a:gd name="adj" fmla="val 25000"/>
            </a:avLst>
          </a:prstGeom>
        </p:spPr>
      </p:pic>
      <p:sp>
        <p:nvSpPr>
          <p:cNvPr id="5" name="Marca">
            <a:extLst>
              <a:ext uri="{FF2B5EF4-FFF2-40B4-BE49-F238E27FC236}">
                <a16:creationId xmlns:a16="http://schemas.microsoft.com/office/drawing/2014/main" id="{A4D0B30C-B3C7-651F-6743-467F869D52C3}"/>
              </a:ext>
            </a:extLst>
          </p:cNvPr>
          <p:cNvSpPr txBox="1"/>
          <p:nvPr/>
        </p:nvSpPr>
        <p:spPr>
          <a:xfrm>
            <a:off x="781050" y="0"/>
            <a:ext cx="2857500" cy="571500"/>
          </a:xfrm>
          <a:prstGeom prst="rect">
            <a:avLst/>
          </a:prstGeom>
          <a:noFill/>
        </p:spPr>
        <p:txBody>
          <a:bodyPr vert="horz" wrap="square" lIns="0" tIns="0" rIns="0" bIns="0" rtlCol="0" anchor="ctr">
            <a:noAutofit/>
          </a:bodyPr>
          <a:lstStyle/>
          <a:p>
            <a:r>
              <a:rPr lang="es-ES" sz="1350" b="1">
                <a:solidFill>
                  <a:srgbClr val="FFFFFF"/>
                </a:solidFill>
                <a:latin typeface="Segoe UI" panose="020B0502040204020203" pitchFamily="34" charset="0"/>
              </a:rPr>
              <a:t>FoodMatch</a:t>
            </a:r>
          </a:p>
        </p:txBody>
      </p:sp>
      <p:sp>
        <p:nvSpPr>
          <p:cNvPr id="6" name="Número">
            <a:extLst>
              <a:ext uri="{FF2B5EF4-FFF2-40B4-BE49-F238E27FC236}">
                <a16:creationId xmlns:a16="http://schemas.microsoft.com/office/drawing/2014/main" id="{7BBF9BD5-07A8-52DC-D696-1965622A6A97}"/>
              </a:ext>
            </a:extLst>
          </p:cNvPr>
          <p:cNvSpPr txBox="1"/>
          <p:nvPr/>
        </p:nvSpPr>
        <p:spPr>
          <a:xfrm>
            <a:off x="9525000" y="0"/>
            <a:ext cx="2400300" cy="571500"/>
          </a:xfrm>
          <a:prstGeom prst="rect">
            <a:avLst/>
          </a:prstGeom>
          <a:noFill/>
        </p:spPr>
        <p:txBody>
          <a:bodyPr vert="horz" wrap="square" lIns="0" tIns="0" rIns="0" bIns="0" rtlCol="0" anchor="ctr">
            <a:noAutofit/>
          </a:bodyPr>
          <a:lstStyle/>
          <a:p>
            <a:pPr algn="r"/>
            <a:r>
              <a:rPr lang="es-ES" sz="1350" b="1">
                <a:solidFill>
                  <a:srgbClr val="FFFFFF"/>
                </a:solidFill>
                <a:latin typeface="Segoe UI" panose="020B0502040204020203" pitchFamily="34" charset="0"/>
              </a:rPr>
              <a:t>5 / 8</a:t>
            </a:r>
          </a:p>
        </p:txBody>
      </p:sp>
      <p:sp>
        <p:nvSpPr>
          <p:cNvPr id="7" name="Título">
            <a:extLst>
              <a:ext uri="{FF2B5EF4-FFF2-40B4-BE49-F238E27FC236}">
                <a16:creationId xmlns:a16="http://schemas.microsoft.com/office/drawing/2014/main" id="{024DA4CF-D5BD-03D3-B35F-97660ED7932E}"/>
              </a:ext>
            </a:extLst>
          </p:cNvPr>
          <p:cNvSpPr txBox="1"/>
          <p:nvPr/>
        </p:nvSpPr>
        <p:spPr>
          <a:xfrm>
            <a:off x="609600" y="990600"/>
            <a:ext cx="10477500" cy="666750"/>
          </a:xfrm>
          <a:prstGeom prst="rect">
            <a:avLst/>
          </a:prstGeom>
          <a:noFill/>
        </p:spPr>
        <p:txBody>
          <a:bodyPr vert="horz" wrap="square" lIns="0" tIns="0" rIns="0" bIns="0" rtlCol="0" anchor="t">
            <a:noAutofit/>
          </a:bodyPr>
          <a:lstStyle/>
          <a:p>
            <a:r>
              <a:rPr lang="es-ES" sz="4200" b="1">
                <a:solidFill>
                  <a:srgbClr val="023820"/>
                </a:solidFill>
                <a:latin typeface="Segoe UI" panose="020B0502040204020203" pitchFamily="34" charset="0"/>
              </a:rPr>
              <a:t>Lo que nos dicen los datos</a:t>
            </a:r>
          </a:p>
        </p:txBody>
      </p:sp>
      <p:graphicFrame>
        <p:nvGraphicFramePr>
          <p:cNvPr id="8" name="Gráfico encuesta">
            <a:extLst>
              <a:ext uri="{FF2B5EF4-FFF2-40B4-BE49-F238E27FC236}">
                <a16:creationId xmlns:a16="http://schemas.microsoft.com/office/drawing/2014/main" id="{9748CF4F-77AD-389D-EBCC-0D8CD4D88BC9}"/>
              </a:ext>
            </a:extLst>
          </p:cNvPr>
          <p:cNvGraphicFramePr/>
          <p:nvPr>
            <p:extLst>
              <p:ext uri="{D42A27DB-BD31-4B8C-83A1-F6EECF244321}">
                <p14:modId xmlns:p14="http://schemas.microsoft.com/office/powerpoint/2010/main" val="3679631985"/>
              </p:ext>
            </p:extLst>
          </p:nvPr>
        </p:nvGraphicFramePr>
        <p:xfrm>
          <a:off x="609600" y="1905000"/>
          <a:ext cx="7048500" cy="3810000"/>
        </p:xfrm>
        <a:graphic>
          <a:graphicData uri="http://schemas.openxmlformats.org/drawingml/2006/chart">
            <c:chart xmlns:c="http://schemas.openxmlformats.org/drawingml/2006/chart" xmlns:r="http://schemas.openxmlformats.org/officeDocument/2006/relationships" r:id="rId4"/>
          </a:graphicData>
        </a:graphic>
      </p:graphicFrame>
      <p:cxnSp>
        <p:nvCxnSpPr>
          <p:cNvPr id="9" name="Umbral H1">
            <a:extLst>
              <a:ext uri="{FF2B5EF4-FFF2-40B4-BE49-F238E27FC236}">
                <a16:creationId xmlns:a16="http://schemas.microsoft.com/office/drawing/2014/main" id="{A25A0A72-7CE4-7004-B224-62683A7CB2B5}"/>
              </a:ext>
            </a:extLst>
          </p:cNvPr>
          <p:cNvCxnSpPr/>
          <p:nvPr/>
        </p:nvCxnSpPr>
        <p:spPr>
          <a:xfrm>
            <a:off x="1286658" y="4196727"/>
            <a:ext cx="2976171" cy="0"/>
          </a:xfrm>
          <a:prstGeom prst="line">
            <a:avLst/>
          </a:prstGeom>
          <a:ln w="28575">
            <a:solidFill>
              <a:srgbClr val="9A360B"/>
            </a:solidFill>
            <a:prstDash val="dash"/>
          </a:ln>
        </p:spPr>
        <p:style>
          <a:lnRef idx="2">
            <a:schemeClr val="accent1"/>
          </a:lnRef>
          <a:fillRef idx="0">
            <a:schemeClr val="accent1"/>
          </a:fillRef>
          <a:effectRef idx="1">
            <a:schemeClr val="accent1"/>
          </a:effectRef>
          <a:fontRef idx="minor">
            <a:schemeClr val="tx1"/>
          </a:fontRef>
        </p:style>
      </p:cxnSp>
      <p:sp>
        <p:nvSpPr>
          <p:cNvPr id="10" name="Etiqueta umbral">
            <a:extLst>
              <a:ext uri="{FF2B5EF4-FFF2-40B4-BE49-F238E27FC236}">
                <a16:creationId xmlns:a16="http://schemas.microsoft.com/office/drawing/2014/main" id="{3BD1EBE2-5006-23BC-9089-CE0F93AAFC9A}"/>
              </a:ext>
            </a:extLst>
          </p:cNvPr>
          <p:cNvSpPr txBox="1"/>
          <p:nvPr/>
        </p:nvSpPr>
        <p:spPr>
          <a:xfrm>
            <a:off x="1312058" y="3917327"/>
            <a:ext cx="2278829" cy="230832"/>
          </a:xfrm>
          <a:prstGeom prst="rect">
            <a:avLst/>
          </a:prstGeom>
          <a:noFill/>
        </p:spPr>
        <p:txBody>
          <a:bodyPr vert="horz" wrap="none" lIns="0" tIns="0" rtlCol="0">
            <a:spAutoFit/>
          </a:bodyPr>
          <a:lstStyle/>
          <a:p>
            <a:r>
              <a:rPr lang="pt-BR" sz="1200" b="1">
                <a:solidFill>
                  <a:srgbClr val="9A360B"/>
                </a:solidFill>
                <a:latin typeface="Segoe UI" panose="020B0502040204020203" pitchFamily="34" charset="0"/>
              </a:rPr>
              <a:t>Umbral H1: 1 de cada 3 (33 %)</a:t>
            </a:r>
            <a:endParaRPr lang="es-ES" sz="1200" b="1">
              <a:solidFill>
                <a:srgbClr val="9A360B"/>
              </a:solidFill>
              <a:latin typeface="Segoe UI" panose="020B0502040204020203" pitchFamily="34" charset="0"/>
            </a:endParaRPr>
          </a:p>
        </p:txBody>
      </p:sp>
      <p:sp>
        <p:nvSpPr>
          <p:cNvPr id="11" name="Dato pendiente">
            <a:extLst>
              <a:ext uri="{FF2B5EF4-FFF2-40B4-BE49-F238E27FC236}">
                <a16:creationId xmlns:a16="http://schemas.microsoft.com/office/drawing/2014/main" id="{B8E48A55-A595-F7C5-555D-7E603903CF9E}"/>
              </a:ext>
            </a:extLst>
          </p:cNvPr>
          <p:cNvSpPr/>
          <p:nvPr/>
        </p:nvSpPr>
        <p:spPr>
          <a:xfrm>
            <a:off x="1936543" y="4837516"/>
            <a:ext cx="1676400" cy="381000"/>
          </a:xfrm>
          <a:prstGeom prst="roundRect">
            <a:avLst>
              <a:gd name="adj" fmla="val 20000"/>
            </a:avLst>
          </a:prstGeom>
          <a:solidFill>
            <a:srgbClr val="FFDE9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rIns="25400" rtlCol="0" anchor="ctr"/>
          <a:lstStyle/>
          <a:p>
            <a:pPr algn="ctr"/>
            <a:r>
              <a:rPr lang="es-ES" sz="1100" b="1">
                <a:solidFill>
                  <a:srgbClr val="5C4300"/>
                </a:solidFill>
                <a:latin typeface="Segoe UI" panose="020B0502040204020203" pitchFamily="34" charset="0"/>
              </a:rPr>
              <a:t>[DATO PENDIENTE]</a:t>
            </a:r>
          </a:p>
        </p:txBody>
      </p:sp>
      <p:sp>
        <p:nvSpPr>
          <p:cNvPr id="12" name="Dato pendiente">
            <a:extLst>
              <a:ext uri="{FF2B5EF4-FFF2-40B4-BE49-F238E27FC236}">
                <a16:creationId xmlns:a16="http://schemas.microsoft.com/office/drawing/2014/main" id="{D34F70BE-CF03-410F-E3D7-E8B2C61D6CD0}"/>
              </a:ext>
            </a:extLst>
          </p:cNvPr>
          <p:cNvSpPr/>
          <p:nvPr/>
        </p:nvSpPr>
        <p:spPr>
          <a:xfrm>
            <a:off x="5065114" y="4837516"/>
            <a:ext cx="1676400" cy="381000"/>
          </a:xfrm>
          <a:prstGeom prst="roundRect">
            <a:avLst>
              <a:gd name="adj" fmla="val 20000"/>
            </a:avLst>
          </a:prstGeom>
          <a:solidFill>
            <a:srgbClr val="FFDE9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lIns="25400" rIns="25400" rtlCol="0" anchor="ctr"/>
          <a:lstStyle/>
          <a:p>
            <a:pPr algn="ctr"/>
            <a:r>
              <a:rPr lang="es-ES" sz="1100" b="1">
                <a:solidFill>
                  <a:srgbClr val="5C4300"/>
                </a:solidFill>
                <a:latin typeface="Segoe UI" panose="020B0502040204020203" pitchFamily="34" charset="0"/>
              </a:rPr>
              <a:t>[DATO PENDIENTE]</a:t>
            </a:r>
          </a:p>
        </p:txBody>
      </p:sp>
      <p:sp>
        <p:nvSpPr>
          <p:cNvPr id="13" name="CuadroTexto 12">
            <a:extLst>
              <a:ext uri="{FF2B5EF4-FFF2-40B4-BE49-F238E27FC236}">
                <a16:creationId xmlns:a16="http://schemas.microsoft.com/office/drawing/2014/main" id="{02B09524-0582-04AF-86F9-BCE3404AE974}"/>
              </a:ext>
            </a:extLst>
          </p:cNvPr>
          <p:cNvSpPr txBox="1"/>
          <p:nvPr/>
        </p:nvSpPr>
        <p:spPr>
          <a:xfrm>
            <a:off x="609600" y="5905500"/>
            <a:ext cx="7239000" cy="228600"/>
          </a:xfrm>
          <a:prstGeom prst="rect">
            <a:avLst/>
          </a:prstGeom>
          <a:noFill/>
        </p:spPr>
        <p:txBody>
          <a:bodyPr vert="horz" wrap="square" lIns="0" tIns="0" rIns="0" bIns="0" rtlCol="0" anchor="t">
            <a:noAutofit/>
          </a:bodyPr>
          <a:lstStyle/>
          <a:p>
            <a:r>
              <a:rPr lang="es-ES" sz="1120">
                <a:solidFill>
                  <a:srgbClr val="5A4A3A"/>
                </a:solidFill>
                <a:latin typeface="Segoe UI" panose="020B0502040204020203" pitchFamily="34" charset="0"/>
              </a:rPr>
              <a:t>n = 12 · Fuente: Encuesta de clase · Datos de práctica de clase, no representativos.</a:t>
            </a:r>
          </a:p>
        </p:txBody>
      </p:sp>
      <p:sp>
        <p:nvSpPr>
          <p:cNvPr id="14" name="Rectángulo: esquinas redondeadas 13">
            <a:extLst>
              <a:ext uri="{FF2B5EF4-FFF2-40B4-BE49-F238E27FC236}">
                <a16:creationId xmlns:a16="http://schemas.microsoft.com/office/drawing/2014/main" id="{FC1E48A9-C5FC-BA8C-029B-E374FE9EE819}"/>
              </a:ext>
            </a:extLst>
          </p:cNvPr>
          <p:cNvSpPr/>
          <p:nvPr/>
        </p:nvSpPr>
        <p:spPr>
          <a:xfrm>
            <a:off x="8153400" y="2286000"/>
            <a:ext cx="3429000" cy="1809750"/>
          </a:xfrm>
          <a:prstGeom prst="roundRect">
            <a:avLst>
              <a:gd name="adj" fmla="val 7000"/>
            </a:avLst>
          </a:prstGeom>
          <a:solidFill>
            <a:srgbClr val="FFFAEB"/>
          </a:solidFill>
          <a:ln w="9525">
            <a:solidFill>
              <a:srgbClr val="EDD9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5" name="Rectángulo: esquinas redondeadas 14">
            <a:extLst>
              <a:ext uri="{FF2B5EF4-FFF2-40B4-BE49-F238E27FC236}">
                <a16:creationId xmlns:a16="http://schemas.microsoft.com/office/drawing/2014/main" id="{D4AA863F-C39D-2FDE-9628-3CA7D90A0371}"/>
              </a:ext>
            </a:extLst>
          </p:cNvPr>
          <p:cNvSpPr/>
          <p:nvPr/>
        </p:nvSpPr>
        <p:spPr>
          <a:xfrm>
            <a:off x="8362950" y="2476500"/>
            <a:ext cx="1428750" cy="304800"/>
          </a:xfrm>
          <a:prstGeom prst="roundRect">
            <a:avLst>
              <a:gd name="adj" fmla="val 50000"/>
            </a:avLst>
          </a:prstGeom>
          <a:solidFill>
            <a:srgbClr val="FFDE9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s-ES" sz="1200" b="1">
                <a:solidFill>
                  <a:srgbClr val="5C4300"/>
                </a:solidFill>
                <a:latin typeface="Segoe UI" panose="020B0502040204020203" pitchFamily="34" charset="0"/>
              </a:rPr>
              <a:t>No concluyente</a:t>
            </a:r>
          </a:p>
        </p:txBody>
      </p:sp>
      <p:sp>
        <p:nvSpPr>
          <p:cNvPr id="16" name="CuadroTexto 15">
            <a:extLst>
              <a:ext uri="{FF2B5EF4-FFF2-40B4-BE49-F238E27FC236}">
                <a16:creationId xmlns:a16="http://schemas.microsoft.com/office/drawing/2014/main" id="{CADE1452-323C-2BC7-30CD-87AF4117784F}"/>
              </a:ext>
            </a:extLst>
          </p:cNvPr>
          <p:cNvSpPr txBox="1"/>
          <p:nvPr/>
        </p:nvSpPr>
        <p:spPr>
          <a:xfrm>
            <a:off x="8362950" y="2895600"/>
            <a:ext cx="3009900" cy="571500"/>
          </a:xfrm>
          <a:prstGeom prst="rect">
            <a:avLst/>
          </a:prstGeom>
          <a:noFill/>
        </p:spPr>
        <p:txBody>
          <a:bodyPr vert="horz" wrap="square" lIns="0" tIns="0" rIns="0" bIns="0" rtlCol="0" anchor="t">
            <a:noAutofit/>
          </a:bodyPr>
          <a:lstStyle/>
          <a:p>
            <a:r>
              <a:rPr lang="es-ES" sz="1650" b="1">
                <a:solidFill>
                  <a:srgbClr val="023820"/>
                </a:solidFill>
                <a:latin typeface="Segoe UI" panose="020B0502040204020203" pitchFamily="34" charset="0"/>
              </a:rPr>
              <a:t>H1 · Ir al local sin volver a comprobar</a:t>
            </a:r>
          </a:p>
        </p:txBody>
      </p:sp>
      <p:sp>
        <p:nvSpPr>
          <p:cNvPr id="17" name="CuadroTexto 16">
            <a:extLst>
              <a:ext uri="{FF2B5EF4-FFF2-40B4-BE49-F238E27FC236}">
                <a16:creationId xmlns:a16="http://schemas.microsoft.com/office/drawing/2014/main" id="{FE432572-4D93-8F3F-23F9-490C999A2931}"/>
              </a:ext>
            </a:extLst>
          </p:cNvPr>
          <p:cNvSpPr txBox="1"/>
          <p:nvPr/>
        </p:nvSpPr>
        <p:spPr>
          <a:xfrm>
            <a:off x="8362950" y="3486150"/>
            <a:ext cx="3009900" cy="514350"/>
          </a:xfrm>
          <a:prstGeom prst="rect">
            <a:avLst/>
          </a:prstGeom>
          <a:noFill/>
        </p:spPr>
        <p:txBody>
          <a:bodyPr vert="horz" wrap="square" lIns="0" tIns="0" rIns="0" bIns="0" rtlCol="0" anchor="t">
            <a:noAutofit/>
          </a:bodyPr>
          <a:lstStyle/>
          <a:p>
            <a:r>
              <a:rPr lang="es-ES" sz="1350">
                <a:solidFill>
                  <a:srgbClr val="5A4A3A"/>
                </a:solidFill>
                <a:latin typeface="Segoe UI" panose="020B0502040204020203" pitchFamily="34" charset="0"/>
              </a:rPr>
              <a:t>Creíble sobre el papel, pero no es prueba de conducta.</a:t>
            </a:r>
          </a:p>
        </p:txBody>
      </p:sp>
      <p:sp>
        <p:nvSpPr>
          <p:cNvPr id="18" name="Rectángulo: esquinas redondeadas 17">
            <a:extLst>
              <a:ext uri="{FF2B5EF4-FFF2-40B4-BE49-F238E27FC236}">
                <a16:creationId xmlns:a16="http://schemas.microsoft.com/office/drawing/2014/main" id="{A8ED37C4-693F-C156-BE23-516820D9A7BE}"/>
              </a:ext>
            </a:extLst>
          </p:cNvPr>
          <p:cNvSpPr/>
          <p:nvPr/>
        </p:nvSpPr>
        <p:spPr>
          <a:xfrm>
            <a:off x="8153400" y="4286250"/>
            <a:ext cx="3429000" cy="1809750"/>
          </a:xfrm>
          <a:prstGeom prst="roundRect">
            <a:avLst>
              <a:gd name="adj" fmla="val 7000"/>
            </a:avLst>
          </a:prstGeom>
          <a:solidFill>
            <a:srgbClr val="FFFAEB"/>
          </a:solidFill>
          <a:ln w="9525">
            <a:solidFill>
              <a:srgbClr val="EDD9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9" name="Rectángulo: esquinas redondeadas 18">
            <a:extLst>
              <a:ext uri="{FF2B5EF4-FFF2-40B4-BE49-F238E27FC236}">
                <a16:creationId xmlns:a16="http://schemas.microsoft.com/office/drawing/2014/main" id="{9C57BD05-7A7E-F771-913F-B43F1FDB6A65}"/>
              </a:ext>
            </a:extLst>
          </p:cNvPr>
          <p:cNvSpPr/>
          <p:nvPr/>
        </p:nvSpPr>
        <p:spPr>
          <a:xfrm>
            <a:off x="8362950" y="4476750"/>
            <a:ext cx="1428750" cy="304800"/>
          </a:xfrm>
          <a:prstGeom prst="roundRect">
            <a:avLst>
              <a:gd name="adj" fmla="val 50000"/>
            </a:avLst>
          </a:prstGeom>
          <a:solidFill>
            <a:srgbClr val="FFDE9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s-ES" sz="1200" b="1">
                <a:solidFill>
                  <a:srgbClr val="5C4300"/>
                </a:solidFill>
                <a:latin typeface="Segoe UI" panose="020B0502040204020203" pitchFamily="34" charset="0"/>
              </a:rPr>
              <a:t>No concluyente</a:t>
            </a:r>
          </a:p>
        </p:txBody>
      </p:sp>
      <p:sp>
        <p:nvSpPr>
          <p:cNvPr id="20" name="CuadroTexto 19">
            <a:extLst>
              <a:ext uri="{FF2B5EF4-FFF2-40B4-BE49-F238E27FC236}">
                <a16:creationId xmlns:a16="http://schemas.microsoft.com/office/drawing/2014/main" id="{133164B4-BDFF-D849-7A8B-75AEAC498AF5}"/>
              </a:ext>
            </a:extLst>
          </p:cNvPr>
          <p:cNvSpPr txBox="1"/>
          <p:nvPr/>
        </p:nvSpPr>
        <p:spPr>
          <a:xfrm>
            <a:off x="8362950" y="4895850"/>
            <a:ext cx="3009900" cy="571500"/>
          </a:xfrm>
          <a:prstGeom prst="rect">
            <a:avLst/>
          </a:prstGeom>
          <a:noFill/>
        </p:spPr>
        <p:txBody>
          <a:bodyPr vert="horz" wrap="square" lIns="0" tIns="0" rIns="0" bIns="0" rtlCol="0" anchor="t">
            <a:noAutofit/>
          </a:bodyPr>
          <a:lstStyle/>
          <a:p>
            <a:r>
              <a:rPr lang="es-ES" sz="1650" b="1">
                <a:solidFill>
                  <a:srgbClr val="023820"/>
                </a:solidFill>
                <a:latin typeface="Segoe UI" panose="020B0502040204020203" pitchFamily="34" charset="0"/>
              </a:rPr>
              <a:t>H2 · Verificar y actualizar cada 30 días</a:t>
            </a:r>
          </a:p>
        </p:txBody>
      </p:sp>
      <p:sp>
        <p:nvSpPr>
          <p:cNvPr id="21" name="CuadroTexto 20">
            <a:extLst>
              <a:ext uri="{FF2B5EF4-FFF2-40B4-BE49-F238E27FC236}">
                <a16:creationId xmlns:a16="http://schemas.microsoft.com/office/drawing/2014/main" id="{3C00D241-73AB-00DE-4B1B-DE0697FAD4A5}"/>
              </a:ext>
            </a:extLst>
          </p:cNvPr>
          <p:cNvSpPr txBox="1"/>
          <p:nvPr/>
        </p:nvSpPr>
        <p:spPr>
          <a:xfrm>
            <a:off x="8362950" y="5486400"/>
            <a:ext cx="3009900" cy="514350"/>
          </a:xfrm>
          <a:prstGeom prst="rect">
            <a:avLst/>
          </a:prstGeom>
          <a:noFill/>
        </p:spPr>
        <p:txBody>
          <a:bodyPr vert="horz" wrap="square" lIns="0" tIns="0" rIns="0" bIns="0" rtlCol="0" anchor="t">
            <a:noAutofit/>
          </a:bodyPr>
          <a:lstStyle/>
          <a:p>
            <a:r>
              <a:rPr lang="es-ES" sz="1350">
                <a:solidFill>
                  <a:srgbClr val="5A4A3A"/>
                </a:solidFill>
                <a:latin typeface="Segoe UI" panose="020B0502040204020203" pitchFamily="34" charset="0"/>
              </a:rPr>
              <a:t>La encuesta no lo mide.</a:t>
            </a:r>
          </a:p>
        </p:txBody>
      </p:sp>
    </p:spTree>
    <p:extLst>
      <p:ext uri="{BB962C8B-B14F-4D97-AF65-F5344CB8AC3E}">
        <p14:creationId xmlns:p14="http://schemas.microsoft.com/office/powerpoint/2010/main" val="32610554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1C9"/>
        </a:solidFill>
        <a:effectLst/>
      </p:bgPr>
    </p:bg>
    <p:spTree>
      <p:nvGrpSpPr>
        <p:cNvPr id="1" name=""/>
        <p:cNvGrpSpPr/>
        <p:nvPr/>
      </p:nvGrpSpPr>
      <p:grpSpPr>
        <a:xfrm>
          <a:off x="0" y="0"/>
          <a:ext cx="0" cy="0"/>
          <a:chOff x="0" y="0"/>
          <a:chExt cx="0" cy="0"/>
        </a:xfrm>
      </p:grpSpPr>
      <p:sp>
        <p:nvSpPr>
          <p:cNvPr id="2" name="Cabecera">
            <a:extLst>
              <a:ext uri="{FF2B5EF4-FFF2-40B4-BE49-F238E27FC236}">
                <a16:creationId xmlns:a16="http://schemas.microsoft.com/office/drawing/2014/main" id="{1CB3B8CE-FD28-3C87-693D-FF2CDF46EE4A}"/>
              </a:ext>
            </a:extLst>
          </p:cNvPr>
          <p:cNvSpPr/>
          <p:nvPr/>
        </p:nvSpPr>
        <p:spPr>
          <a:xfrm>
            <a:off x="0" y="0"/>
            <a:ext cx="12192000" cy="571500"/>
          </a:xfrm>
          <a:prstGeom prst="rect">
            <a:avLst/>
          </a:prstGeom>
          <a:solidFill>
            <a:srgbClr val="C144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Logo" descr="Logo de FoodMatch">
            <a:extLst>
              <a:ext uri="{FF2B5EF4-FFF2-40B4-BE49-F238E27FC236}">
                <a16:creationId xmlns:a16="http://schemas.microsoft.com/office/drawing/2014/main" id="{19EABB3C-530E-FCCC-897C-ED93C20AB0C8}"/>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 y="95250"/>
            <a:ext cx="381000" cy="381000"/>
          </a:xfrm>
          <a:prstGeom prst="roundRect">
            <a:avLst>
              <a:gd name="adj" fmla="val 25000"/>
            </a:avLst>
          </a:prstGeom>
        </p:spPr>
      </p:pic>
      <p:sp>
        <p:nvSpPr>
          <p:cNvPr id="5" name="Marca">
            <a:extLst>
              <a:ext uri="{FF2B5EF4-FFF2-40B4-BE49-F238E27FC236}">
                <a16:creationId xmlns:a16="http://schemas.microsoft.com/office/drawing/2014/main" id="{90DF43EA-0F3E-1DCB-826C-68CED24C3B22}"/>
              </a:ext>
            </a:extLst>
          </p:cNvPr>
          <p:cNvSpPr txBox="1"/>
          <p:nvPr/>
        </p:nvSpPr>
        <p:spPr>
          <a:xfrm>
            <a:off x="781050" y="0"/>
            <a:ext cx="2857500" cy="571500"/>
          </a:xfrm>
          <a:prstGeom prst="rect">
            <a:avLst/>
          </a:prstGeom>
          <a:noFill/>
        </p:spPr>
        <p:txBody>
          <a:bodyPr vert="horz" wrap="square" lIns="0" tIns="0" rIns="0" bIns="0" rtlCol="0" anchor="ctr">
            <a:noAutofit/>
          </a:bodyPr>
          <a:lstStyle/>
          <a:p>
            <a:r>
              <a:rPr lang="es-ES" sz="1350" b="1">
                <a:solidFill>
                  <a:srgbClr val="FFFFFF"/>
                </a:solidFill>
                <a:latin typeface="Segoe UI" panose="020B0502040204020203" pitchFamily="34" charset="0"/>
              </a:rPr>
              <a:t>FoodMatch</a:t>
            </a:r>
          </a:p>
        </p:txBody>
      </p:sp>
      <p:sp>
        <p:nvSpPr>
          <p:cNvPr id="6" name="Número">
            <a:extLst>
              <a:ext uri="{FF2B5EF4-FFF2-40B4-BE49-F238E27FC236}">
                <a16:creationId xmlns:a16="http://schemas.microsoft.com/office/drawing/2014/main" id="{7B444513-7A49-9B0E-D3A9-E06AF85BAE2F}"/>
              </a:ext>
            </a:extLst>
          </p:cNvPr>
          <p:cNvSpPr txBox="1"/>
          <p:nvPr/>
        </p:nvSpPr>
        <p:spPr>
          <a:xfrm>
            <a:off x="9525000" y="0"/>
            <a:ext cx="2400300" cy="571500"/>
          </a:xfrm>
          <a:prstGeom prst="rect">
            <a:avLst/>
          </a:prstGeom>
          <a:noFill/>
        </p:spPr>
        <p:txBody>
          <a:bodyPr vert="horz" wrap="square" lIns="0" tIns="0" rIns="0" bIns="0" rtlCol="0" anchor="ctr">
            <a:noAutofit/>
          </a:bodyPr>
          <a:lstStyle/>
          <a:p>
            <a:pPr algn="r"/>
            <a:r>
              <a:rPr lang="es-ES" sz="1350" b="1">
                <a:solidFill>
                  <a:srgbClr val="FFFFFF"/>
                </a:solidFill>
                <a:latin typeface="Segoe UI" panose="020B0502040204020203" pitchFamily="34" charset="0"/>
              </a:rPr>
              <a:t>6 / 8</a:t>
            </a:r>
          </a:p>
        </p:txBody>
      </p:sp>
      <p:sp>
        <p:nvSpPr>
          <p:cNvPr id="7" name="Título">
            <a:extLst>
              <a:ext uri="{FF2B5EF4-FFF2-40B4-BE49-F238E27FC236}">
                <a16:creationId xmlns:a16="http://schemas.microsoft.com/office/drawing/2014/main" id="{1A7FC222-587F-65C4-DF82-A18BD10187CB}"/>
              </a:ext>
            </a:extLst>
          </p:cNvPr>
          <p:cNvSpPr txBox="1"/>
          <p:nvPr/>
        </p:nvSpPr>
        <p:spPr>
          <a:xfrm>
            <a:off x="609600" y="990600"/>
            <a:ext cx="10477500" cy="666750"/>
          </a:xfrm>
          <a:prstGeom prst="rect">
            <a:avLst/>
          </a:prstGeom>
          <a:noFill/>
        </p:spPr>
        <p:txBody>
          <a:bodyPr vert="horz" wrap="square" lIns="0" tIns="0" rIns="0" bIns="0" rtlCol="0" anchor="t">
            <a:noAutofit/>
          </a:bodyPr>
          <a:lstStyle/>
          <a:p>
            <a:r>
              <a:rPr lang="es-ES" sz="4200" b="1">
                <a:solidFill>
                  <a:srgbClr val="023820"/>
                </a:solidFill>
                <a:latin typeface="Segoe UI" panose="020B0502040204020203" pitchFamily="34" charset="0"/>
              </a:rPr>
              <a:t>Gratis para el usuario</a:t>
            </a:r>
          </a:p>
        </p:txBody>
      </p:sp>
      <p:sp>
        <p:nvSpPr>
          <p:cNvPr id="8" name="Rectángulo: esquinas redondeadas 7">
            <a:extLst>
              <a:ext uri="{FF2B5EF4-FFF2-40B4-BE49-F238E27FC236}">
                <a16:creationId xmlns:a16="http://schemas.microsoft.com/office/drawing/2014/main" id="{975A59AF-1A09-E40A-04C4-05E4C17509E9}"/>
              </a:ext>
            </a:extLst>
          </p:cNvPr>
          <p:cNvSpPr/>
          <p:nvPr/>
        </p:nvSpPr>
        <p:spPr>
          <a:xfrm>
            <a:off x="609600" y="2857500"/>
            <a:ext cx="4476750" cy="2190750"/>
          </a:xfrm>
          <a:prstGeom prst="roundRect">
            <a:avLst>
              <a:gd name="adj" fmla="val 7000"/>
            </a:avLst>
          </a:prstGeom>
          <a:solidFill>
            <a:srgbClr val="FFFAEB"/>
          </a:solidFill>
          <a:ln w="9525">
            <a:solidFill>
              <a:srgbClr val="EDD9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9" name="CuadroTexto 8">
            <a:extLst>
              <a:ext uri="{FF2B5EF4-FFF2-40B4-BE49-F238E27FC236}">
                <a16:creationId xmlns:a16="http://schemas.microsoft.com/office/drawing/2014/main" id="{53862EC3-15BD-FC69-2CD7-FC4614B9F14D}"/>
              </a:ext>
            </a:extLst>
          </p:cNvPr>
          <p:cNvSpPr txBox="1"/>
          <p:nvPr/>
        </p:nvSpPr>
        <p:spPr>
          <a:xfrm>
            <a:off x="609600" y="3143250"/>
            <a:ext cx="4476750" cy="952500"/>
          </a:xfrm>
          <a:prstGeom prst="rect">
            <a:avLst/>
          </a:prstGeom>
          <a:noFill/>
        </p:spPr>
        <p:txBody>
          <a:bodyPr vert="horz" wrap="square" lIns="0" tIns="0" rIns="0" bIns="0" rtlCol="0" anchor="ctr">
            <a:noAutofit/>
          </a:bodyPr>
          <a:lstStyle/>
          <a:p>
            <a:pPr algn="ctr"/>
            <a:r>
              <a:rPr lang="es-ES" sz="6300" b="1">
                <a:solidFill>
                  <a:srgbClr val="C1440E"/>
                </a:solidFill>
                <a:latin typeface="Segoe UI" panose="020B0502040204020203" pitchFamily="34" charset="0"/>
              </a:rPr>
              <a:t>0 €</a:t>
            </a:r>
          </a:p>
        </p:txBody>
      </p:sp>
      <p:sp>
        <p:nvSpPr>
          <p:cNvPr id="10" name="CuadroTexto 9">
            <a:extLst>
              <a:ext uri="{FF2B5EF4-FFF2-40B4-BE49-F238E27FC236}">
                <a16:creationId xmlns:a16="http://schemas.microsoft.com/office/drawing/2014/main" id="{CE4ED291-971E-6A8E-34AC-48389C2E84C5}"/>
              </a:ext>
            </a:extLst>
          </p:cNvPr>
          <p:cNvSpPr txBox="1"/>
          <p:nvPr/>
        </p:nvSpPr>
        <p:spPr>
          <a:xfrm>
            <a:off x="609600" y="4191000"/>
            <a:ext cx="4476750" cy="342900"/>
          </a:xfrm>
          <a:prstGeom prst="rect">
            <a:avLst/>
          </a:prstGeom>
          <a:noFill/>
        </p:spPr>
        <p:txBody>
          <a:bodyPr vert="horz" wrap="square" lIns="0" tIns="0" rIns="0" bIns="0" rtlCol="0" anchor="t">
            <a:noAutofit/>
          </a:bodyPr>
          <a:lstStyle/>
          <a:p>
            <a:pPr algn="ctr"/>
            <a:r>
              <a:rPr lang="es-ES" sz="1950" b="1">
                <a:solidFill>
                  <a:srgbClr val="023820"/>
                </a:solidFill>
                <a:latin typeface="Segoe UI" panose="020B0502040204020203" pitchFamily="34" charset="0"/>
              </a:rPr>
              <a:t>Estudiantes y viajeros</a:t>
            </a:r>
          </a:p>
        </p:txBody>
      </p:sp>
      <p:sp>
        <p:nvSpPr>
          <p:cNvPr id="11" name="CuadroTexto 10">
            <a:extLst>
              <a:ext uri="{FF2B5EF4-FFF2-40B4-BE49-F238E27FC236}">
                <a16:creationId xmlns:a16="http://schemas.microsoft.com/office/drawing/2014/main" id="{8C6E5EF8-3302-C6AE-5717-6CC4E773689A}"/>
              </a:ext>
            </a:extLst>
          </p:cNvPr>
          <p:cNvSpPr txBox="1"/>
          <p:nvPr/>
        </p:nvSpPr>
        <p:spPr>
          <a:xfrm>
            <a:off x="609600" y="4572000"/>
            <a:ext cx="4476750" cy="285750"/>
          </a:xfrm>
          <a:prstGeom prst="rect">
            <a:avLst/>
          </a:prstGeom>
          <a:noFill/>
        </p:spPr>
        <p:txBody>
          <a:bodyPr vert="horz" wrap="square" lIns="0" tIns="0" rIns="0" bIns="0" rtlCol="0" anchor="t">
            <a:noAutofit/>
          </a:bodyPr>
          <a:lstStyle/>
          <a:p>
            <a:pPr algn="ctr"/>
            <a:r>
              <a:rPr lang="es-ES" sz="1500">
                <a:solidFill>
                  <a:srgbClr val="5A4A3A"/>
                </a:solidFill>
                <a:latin typeface="Segoe UI" panose="020B0502040204020203" pitchFamily="34" charset="0"/>
              </a:rPr>
              <a:t>Ya decidido</a:t>
            </a:r>
          </a:p>
        </p:txBody>
      </p:sp>
      <p:sp>
        <p:nvSpPr>
          <p:cNvPr id="12" name="CuadroTexto 11">
            <a:extLst>
              <a:ext uri="{FF2B5EF4-FFF2-40B4-BE49-F238E27FC236}">
                <a16:creationId xmlns:a16="http://schemas.microsoft.com/office/drawing/2014/main" id="{461CEAEA-9348-0BE1-FF67-06F1DFF31822}"/>
              </a:ext>
            </a:extLst>
          </p:cNvPr>
          <p:cNvSpPr txBox="1"/>
          <p:nvPr/>
        </p:nvSpPr>
        <p:spPr>
          <a:xfrm>
            <a:off x="5219700" y="3619500"/>
            <a:ext cx="742950" cy="666750"/>
          </a:xfrm>
          <a:prstGeom prst="rect">
            <a:avLst/>
          </a:prstGeom>
          <a:noFill/>
        </p:spPr>
        <p:txBody>
          <a:bodyPr vert="horz" wrap="square" lIns="0" tIns="0" rIns="0" bIns="0" rtlCol="0" anchor="ctr">
            <a:noAutofit/>
          </a:bodyPr>
          <a:lstStyle/>
          <a:p>
            <a:pPr algn="ctr"/>
            <a:r>
              <a:rPr lang="es-ES" sz="4050" b="1">
                <a:solidFill>
                  <a:srgbClr val="C1440E"/>
                </a:solidFill>
                <a:latin typeface="Segoe UI" panose="020B0502040204020203" pitchFamily="34" charset="0"/>
              </a:rPr>
              <a:t>←</a:t>
            </a:r>
          </a:p>
        </p:txBody>
      </p:sp>
      <p:sp>
        <p:nvSpPr>
          <p:cNvPr id="13" name="Rectángulo: esquinas redondeadas 12">
            <a:extLst>
              <a:ext uri="{FF2B5EF4-FFF2-40B4-BE49-F238E27FC236}">
                <a16:creationId xmlns:a16="http://schemas.microsoft.com/office/drawing/2014/main" id="{94790C8E-7BB1-DDCE-0468-B651B1BA99B5}"/>
              </a:ext>
            </a:extLst>
          </p:cNvPr>
          <p:cNvSpPr/>
          <p:nvPr/>
        </p:nvSpPr>
        <p:spPr>
          <a:xfrm>
            <a:off x="6096000" y="2857500"/>
            <a:ext cx="5486400" cy="2190750"/>
          </a:xfrm>
          <a:prstGeom prst="roundRect">
            <a:avLst>
              <a:gd name="adj" fmla="val 7000"/>
            </a:avLst>
          </a:prstGeom>
          <a:solidFill>
            <a:srgbClr val="FFFAEB"/>
          </a:solidFill>
          <a:ln w="9525">
            <a:solidFill>
              <a:srgbClr val="EDD9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Rectángulo: esquinas redondeadas 13">
            <a:extLst>
              <a:ext uri="{FF2B5EF4-FFF2-40B4-BE49-F238E27FC236}">
                <a16:creationId xmlns:a16="http://schemas.microsoft.com/office/drawing/2014/main" id="{337F78F8-0178-D980-B04F-59F9346F9F54}"/>
              </a:ext>
            </a:extLst>
          </p:cNvPr>
          <p:cNvSpPr/>
          <p:nvPr/>
        </p:nvSpPr>
        <p:spPr>
          <a:xfrm>
            <a:off x="6362700" y="3105150"/>
            <a:ext cx="1238250" cy="304800"/>
          </a:xfrm>
          <a:prstGeom prst="roundRect">
            <a:avLst>
              <a:gd name="adj" fmla="val 50000"/>
            </a:avLst>
          </a:prstGeom>
          <a:solidFill>
            <a:srgbClr val="FFDE99"/>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wrap="none" lIns="50800" tIns="0" rIns="50800" bIns="0" rtlCol="0" anchor="ctr"/>
          <a:lstStyle/>
          <a:p>
            <a:pPr algn="ctr"/>
            <a:r>
              <a:rPr lang="es-ES" sz="1200" b="1">
                <a:solidFill>
                  <a:srgbClr val="5C4300"/>
                </a:solidFill>
                <a:latin typeface="Segoe UI" panose="020B0502040204020203" pitchFamily="34" charset="0"/>
              </a:rPr>
              <a:t>Por validar</a:t>
            </a:r>
          </a:p>
        </p:txBody>
      </p:sp>
      <p:sp>
        <p:nvSpPr>
          <p:cNvPr id="15" name="CuadroTexto 14">
            <a:extLst>
              <a:ext uri="{FF2B5EF4-FFF2-40B4-BE49-F238E27FC236}">
                <a16:creationId xmlns:a16="http://schemas.microsoft.com/office/drawing/2014/main" id="{D4D83FAA-9418-3565-2CE0-EBA887365337}"/>
              </a:ext>
            </a:extLst>
          </p:cNvPr>
          <p:cNvSpPr txBox="1"/>
          <p:nvPr/>
        </p:nvSpPr>
        <p:spPr>
          <a:xfrm>
            <a:off x="6362700" y="3543300"/>
            <a:ext cx="4953000" cy="342900"/>
          </a:xfrm>
          <a:prstGeom prst="rect">
            <a:avLst/>
          </a:prstGeom>
          <a:noFill/>
        </p:spPr>
        <p:txBody>
          <a:bodyPr vert="horz" wrap="square" lIns="0" tIns="0" rIns="0" bIns="0" rtlCol="0" anchor="t">
            <a:noAutofit/>
          </a:bodyPr>
          <a:lstStyle/>
          <a:p>
            <a:r>
              <a:rPr lang="es-ES" sz="1950" b="1">
                <a:solidFill>
                  <a:srgbClr val="023820"/>
                </a:solidFill>
                <a:latin typeface="Segoe UI" panose="020B0502040204020203" pitchFamily="34" charset="0"/>
              </a:rPr>
              <a:t>Pagan los restaurantes</a:t>
            </a:r>
          </a:p>
        </p:txBody>
      </p:sp>
      <p:sp>
        <p:nvSpPr>
          <p:cNvPr id="16" name="CuadroTexto 15">
            <a:extLst>
              <a:ext uri="{FF2B5EF4-FFF2-40B4-BE49-F238E27FC236}">
                <a16:creationId xmlns:a16="http://schemas.microsoft.com/office/drawing/2014/main" id="{2D9F39CC-FDC5-0484-EE21-D78E718946D3}"/>
              </a:ext>
            </a:extLst>
          </p:cNvPr>
          <p:cNvSpPr txBox="1"/>
          <p:nvPr/>
        </p:nvSpPr>
        <p:spPr>
          <a:xfrm>
            <a:off x="6362700" y="3943350"/>
            <a:ext cx="4953000" cy="857250"/>
          </a:xfrm>
          <a:prstGeom prst="rect">
            <a:avLst/>
          </a:prstGeom>
          <a:noFill/>
        </p:spPr>
        <p:txBody>
          <a:bodyPr vert="horz" wrap="square" lIns="0" tIns="0" rIns="0" bIns="0" rtlCol="0" anchor="t">
            <a:noAutofit/>
          </a:bodyPr>
          <a:lstStyle/>
          <a:p>
            <a:r>
              <a:rPr lang="es-ES" sz="1500">
                <a:solidFill>
                  <a:srgbClr val="5A4A3A"/>
                </a:solidFill>
                <a:latin typeface="Segoe UI" panose="020B0502040204020203" pitchFamily="34" charset="0"/>
              </a:rPr>
              <a:t>Mejor posicionamiento si mantienen sus datos al día, y promociones para estudiantes patrocinadas por los locales.</a:t>
            </a:r>
          </a:p>
        </p:txBody>
      </p:sp>
    </p:spTree>
    <p:extLst>
      <p:ext uri="{BB962C8B-B14F-4D97-AF65-F5344CB8AC3E}">
        <p14:creationId xmlns:p14="http://schemas.microsoft.com/office/powerpoint/2010/main" val="38618032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1C9"/>
        </a:solidFill>
        <a:effectLst/>
      </p:bgPr>
    </p:bg>
    <p:spTree>
      <p:nvGrpSpPr>
        <p:cNvPr id="1" name=""/>
        <p:cNvGrpSpPr/>
        <p:nvPr/>
      </p:nvGrpSpPr>
      <p:grpSpPr>
        <a:xfrm>
          <a:off x="0" y="0"/>
          <a:ext cx="0" cy="0"/>
          <a:chOff x="0" y="0"/>
          <a:chExt cx="0" cy="0"/>
        </a:xfrm>
      </p:grpSpPr>
      <p:sp>
        <p:nvSpPr>
          <p:cNvPr id="2" name="Cabecera">
            <a:extLst>
              <a:ext uri="{FF2B5EF4-FFF2-40B4-BE49-F238E27FC236}">
                <a16:creationId xmlns:a16="http://schemas.microsoft.com/office/drawing/2014/main" id="{96F6CB11-F8E3-AFE4-8D72-8B4EF06E7CF6}"/>
              </a:ext>
            </a:extLst>
          </p:cNvPr>
          <p:cNvSpPr/>
          <p:nvPr/>
        </p:nvSpPr>
        <p:spPr>
          <a:xfrm>
            <a:off x="0" y="0"/>
            <a:ext cx="12192000" cy="571500"/>
          </a:xfrm>
          <a:prstGeom prst="rect">
            <a:avLst/>
          </a:prstGeom>
          <a:solidFill>
            <a:srgbClr val="C144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Logo" descr="Logo de FoodMatch">
            <a:extLst>
              <a:ext uri="{FF2B5EF4-FFF2-40B4-BE49-F238E27FC236}">
                <a16:creationId xmlns:a16="http://schemas.microsoft.com/office/drawing/2014/main" id="{0AE26F39-ABB2-962A-AA4A-CF39917319F6}"/>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 y="95250"/>
            <a:ext cx="381000" cy="381000"/>
          </a:xfrm>
          <a:prstGeom prst="roundRect">
            <a:avLst>
              <a:gd name="adj" fmla="val 25000"/>
            </a:avLst>
          </a:prstGeom>
        </p:spPr>
      </p:pic>
      <p:sp>
        <p:nvSpPr>
          <p:cNvPr id="5" name="Marca">
            <a:extLst>
              <a:ext uri="{FF2B5EF4-FFF2-40B4-BE49-F238E27FC236}">
                <a16:creationId xmlns:a16="http://schemas.microsoft.com/office/drawing/2014/main" id="{24196221-B68B-1F64-3E59-320BA198AACA}"/>
              </a:ext>
            </a:extLst>
          </p:cNvPr>
          <p:cNvSpPr txBox="1"/>
          <p:nvPr/>
        </p:nvSpPr>
        <p:spPr>
          <a:xfrm>
            <a:off x="781050" y="0"/>
            <a:ext cx="2857500" cy="571500"/>
          </a:xfrm>
          <a:prstGeom prst="rect">
            <a:avLst/>
          </a:prstGeom>
          <a:noFill/>
        </p:spPr>
        <p:txBody>
          <a:bodyPr vert="horz" wrap="square" lIns="0" tIns="0" rIns="0" bIns="0" rtlCol="0" anchor="ctr">
            <a:noAutofit/>
          </a:bodyPr>
          <a:lstStyle/>
          <a:p>
            <a:r>
              <a:rPr lang="es-ES" sz="1350" b="1">
                <a:solidFill>
                  <a:srgbClr val="FFFFFF"/>
                </a:solidFill>
                <a:latin typeface="Segoe UI" panose="020B0502040204020203" pitchFamily="34" charset="0"/>
              </a:rPr>
              <a:t>FoodMatch</a:t>
            </a:r>
          </a:p>
        </p:txBody>
      </p:sp>
      <p:sp>
        <p:nvSpPr>
          <p:cNvPr id="6" name="Número">
            <a:extLst>
              <a:ext uri="{FF2B5EF4-FFF2-40B4-BE49-F238E27FC236}">
                <a16:creationId xmlns:a16="http://schemas.microsoft.com/office/drawing/2014/main" id="{F05B5276-C3BA-E7C2-B650-F301C445BD0C}"/>
              </a:ext>
            </a:extLst>
          </p:cNvPr>
          <p:cNvSpPr txBox="1"/>
          <p:nvPr/>
        </p:nvSpPr>
        <p:spPr>
          <a:xfrm>
            <a:off x="9525000" y="0"/>
            <a:ext cx="2400300" cy="571500"/>
          </a:xfrm>
          <a:prstGeom prst="rect">
            <a:avLst/>
          </a:prstGeom>
          <a:noFill/>
        </p:spPr>
        <p:txBody>
          <a:bodyPr vert="horz" wrap="square" lIns="0" tIns="0" rIns="0" bIns="0" rtlCol="0" anchor="ctr">
            <a:noAutofit/>
          </a:bodyPr>
          <a:lstStyle/>
          <a:p>
            <a:pPr algn="r"/>
            <a:r>
              <a:rPr lang="es-ES" sz="1350" b="1">
                <a:solidFill>
                  <a:srgbClr val="FFFFFF"/>
                </a:solidFill>
                <a:latin typeface="Segoe UI" panose="020B0502040204020203" pitchFamily="34" charset="0"/>
              </a:rPr>
              <a:t>7 / 8</a:t>
            </a:r>
          </a:p>
        </p:txBody>
      </p:sp>
      <p:sp>
        <p:nvSpPr>
          <p:cNvPr id="7" name="Título">
            <a:extLst>
              <a:ext uri="{FF2B5EF4-FFF2-40B4-BE49-F238E27FC236}">
                <a16:creationId xmlns:a16="http://schemas.microsoft.com/office/drawing/2014/main" id="{4FF11564-A353-8925-FF02-E5A4192930BC}"/>
              </a:ext>
            </a:extLst>
          </p:cNvPr>
          <p:cNvSpPr txBox="1"/>
          <p:nvPr/>
        </p:nvSpPr>
        <p:spPr>
          <a:xfrm>
            <a:off x="609600" y="1619250"/>
            <a:ext cx="10477500" cy="1143000"/>
          </a:xfrm>
          <a:prstGeom prst="rect">
            <a:avLst/>
          </a:prstGeom>
          <a:noFill/>
        </p:spPr>
        <p:txBody>
          <a:bodyPr vert="horz" wrap="square" lIns="0" tIns="0" rIns="0" bIns="0" rtlCol="0" anchor="t">
            <a:noAutofit/>
          </a:bodyPr>
          <a:lstStyle/>
          <a:p>
            <a:r>
              <a:rPr lang="es-ES" sz="7200" b="1">
                <a:solidFill>
                  <a:srgbClr val="023820"/>
                </a:solidFill>
                <a:latin typeface="Segoe UI" panose="020B0502040204020203" pitchFamily="34" charset="0"/>
              </a:rPr>
              <a:t>Iteramos</a:t>
            </a:r>
          </a:p>
        </p:txBody>
      </p:sp>
      <p:sp>
        <p:nvSpPr>
          <p:cNvPr id="8" name="CuadroTexto 7">
            <a:extLst>
              <a:ext uri="{FF2B5EF4-FFF2-40B4-BE49-F238E27FC236}">
                <a16:creationId xmlns:a16="http://schemas.microsoft.com/office/drawing/2014/main" id="{695D4606-5686-EA60-A567-200A910B4424}"/>
              </a:ext>
            </a:extLst>
          </p:cNvPr>
          <p:cNvSpPr txBox="1"/>
          <p:nvPr/>
        </p:nvSpPr>
        <p:spPr>
          <a:xfrm>
            <a:off x="609600" y="2857500"/>
            <a:ext cx="10477500" cy="381000"/>
          </a:xfrm>
          <a:prstGeom prst="rect">
            <a:avLst/>
          </a:prstGeom>
          <a:noFill/>
        </p:spPr>
        <p:txBody>
          <a:bodyPr vert="horz" wrap="square" lIns="0" tIns="0" rIns="0" bIns="0" rtlCol="0" anchor="t">
            <a:noAutofit/>
          </a:bodyPr>
          <a:lstStyle/>
          <a:p>
            <a:r>
              <a:rPr lang="es-ES" sz="1950">
                <a:solidFill>
                  <a:srgbClr val="5A4A3A"/>
                </a:solidFill>
                <a:latin typeface="Segoe UI" panose="020B0502040204020203" pitchFamily="34" charset="0"/>
              </a:rPr>
              <a:t>Creíble sobre el papel no es lo mismo que una prueba de conducta.</a:t>
            </a:r>
          </a:p>
        </p:txBody>
      </p:sp>
      <p:sp>
        <p:nvSpPr>
          <p:cNvPr id="9" name="Rectángulo: esquinas redondeadas 8">
            <a:extLst>
              <a:ext uri="{FF2B5EF4-FFF2-40B4-BE49-F238E27FC236}">
                <a16:creationId xmlns:a16="http://schemas.microsoft.com/office/drawing/2014/main" id="{580C68FD-D9C1-0AA9-4F74-046416B70290}"/>
              </a:ext>
            </a:extLst>
          </p:cNvPr>
          <p:cNvSpPr/>
          <p:nvPr/>
        </p:nvSpPr>
        <p:spPr>
          <a:xfrm>
            <a:off x="609600" y="3619500"/>
            <a:ext cx="3505200" cy="2000250"/>
          </a:xfrm>
          <a:prstGeom prst="roundRect">
            <a:avLst>
              <a:gd name="adj" fmla="val 7000"/>
            </a:avLst>
          </a:prstGeom>
          <a:solidFill>
            <a:srgbClr val="FFFAEB"/>
          </a:solidFill>
          <a:ln w="9525">
            <a:solidFill>
              <a:srgbClr val="EDD9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0" name="CuadroTexto 9">
            <a:extLst>
              <a:ext uri="{FF2B5EF4-FFF2-40B4-BE49-F238E27FC236}">
                <a16:creationId xmlns:a16="http://schemas.microsoft.com/office/drawing/2014/main" id="{527D42BC-AAB6-E63A-8D40-A64551235785}"/>
              </a:ext>
            </a:extLst>
          </p:cNvPr>
          <p:cNvSpPr txBox="1"/>
          <p:nvPr/>
        </p:nvSpPr>
        <p:spPr>
          <a:xfrm>
            <a:off x="876300" y="3848100"/>
            <a:ext cx="571500" cy="476250"/>
          </a:xfrm>
          <a:prstGeom prst="rect">
            <a:avLst/>
          </a:prstGeom>
          <a:noFill/>
        </p:spPr>
        <p:txBody>
          <a:bodyPr vert="horz" wrap="square" lIns="0" tIns="0" rIns="0" bIns="0" rtlCol="0" anchor="t">
            <a:noAutofit/>
          </a:bodyPr>
          <a:lstStyle/>
          <a:p>
            <a:r>
              <a:rPr lang="es-ES" sz="3000" b="1">
                <a:solidFill>
                  <a:srgbClr val="2E7D4F"/>
                </a:solidFill>
                <a:latin typeface="Segoe UI" panose="020B0502040204020203" pitchFamily="34" charset="0"/>
              </a:rPr>
              <a:t>✓</a:t>
            </a:r>
          </a:p>
        </p:txBody>
      </p:sp>
      <p:sp>
        <p:nvSpPr>
          <p:cNvPr id="11" name="CuadroTexto 10">
            <a:extLst>
              <a:ext uri="{FF2B5EF4-FFF2-40B4-BE49-F238E27FC236}">
                <a16:creationId xmlns:a16="http://schemas.microsoft.com/office/drawing/2014/main" id="{6095FE0C-9995-864A-66D9-3F91E67D9E7D}"/>
              </a:ext>
            </a:extLst>
          </p:cNvPr>
          <p:cNvSpPr txBox="1"/>
          <p:nvPr/>
        </p:nvSpPr>
        <p:spPr>
          <a:xfrm>
            <a:off x="876300" y="4400550"/>
            <a:ext cx="2971800" cy="342900"/>
          </a:xfrm>
          <a:prstGeom prst="rect">
            <a:avLst/>
          </a:prstGeom>
          <a:noFill/>
        </p:spPr>
        <p:txBody>
          <a:bodyPr vert="horz" wrap="square" lIns="0" tIns="0" rIns="0" bIns="0" rtlCol="0" anchor="t">
            <a:noAutofit/>
          </a:bodyPr>
          <a:lstStyle/>
          <a:p>
            <a:r>
              <a:rPr lang="es-ES" sz="1950" b="1">
                <a:solidFill>
                  <a:srgbClr val="023820"/>
                </a:solidFill>
                <a:latin typeface="Segoe UI" panose="020B0502040204020203" pitchFamily="34" charset="0"/>
              </a:rPr>
              <a:t>Seguimos</a:t>
            </a:r>
          </a:p>
        </p:txBody>
      </p:sp>
      <p:sp>
        <p:nvSpPr>
          <p:cNvPr id="12" name="CuadroTexto 11">
            <a:extLst>
              <a:ext uri="{FF2B5EF4-FFF2-40B4-BE49-F238E27FC236}">
                <a16:creationId xmlns:a16="http://schemas.microsoft.com/office/drawing/2014/main" id="{1F6E144A-9AA1-99CD-C756-4E8BEBCD6B68}"/>
              </a:ext>
            </a:extLst>
          </p:cNvPr>
          <p:cNvSpPr txBox="1"/>
          <p:nvPr/>
        </p:nvSpPr>
        <p:spPr>
          <a:xfrm>
            <a:off x="876300" y="4800600"/>
            <a:ext cx="2971800" cy="666750"/>
          </a:xfrm>
          <a:prstGeom prst="rect">
            <a:avLst/>
          </a:prstGeom>
          <a:noFill/>
        </p:spPr>
        <p:txBody>
          <a:bodyPr vert="horz" wrap="square" lIns="0" tIns="0" rIns="0" bIns="0" rtlCol="0" anchor="t">
            <a:noAutofit/>
          </a:bodyPr>
          <a:lstStyle/>
          <a:p>
            <a:r>
              <a:rPr lang="es-ES" sz="1500">
                <a:solidFill>
                  <a:srgbClr val="5A4A3A"/>
                </a:solidFill>
                <a:latin typeface="Segoe UI" panose="020B0502040204020203" pitchFamily="34" charset="0"/>
              </a:rPr>
              <a:t>FoodMatch, gratis para el usuario.</a:t>
            </a:r>
          </a:p>
        </p:txBody>
      </p:sp>
      <p:sp>
        <p:nvSpPr>
          <p:cNvPr id="13" name="Rectángulo: esquinas redondeadas 12">
            <a:extLst>
              <a:ext uri="{FF2B5EF4-FFF2-40B4-BE49-F238E27FC236}">
                <a16:creationId xmlns:a16="http://schemas.microsoft.com/office/drawing/2014/main" id="{DABDED1E-7F10-8B97-D8F6-A039C1C84E54}"/>
              </a:ext>
            </a:extLst>
          </p:cNvPr>
          <p:cNvSpPr/>
          <p:nvPr/>
        </p:nvSpPr>
        <p:spPr>
          <a:xfrm>
            <a:off x="4343400" y="3619500"/>
            <a:ext cx="3505200" cy="2000250"/>
          </a:xfrm>
          <a:prstGeom prst="roundRect">
            <a:avLst>
              <a:gd name="adj" fmla="val 7000"/>
            </a:avLst>
          </a:prstGeom>
          <a:solidFill>
            <a:srgbClr val="FFFAEB"/>
          </a:solidFill>
          <a:ln w="9525">
            <a:solidFill>
              <a:srgbClr val="EDD9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4" name="CuadroTexto 13">
            <a:extLst>
              <a:ext uri="{FF2B5EF4-FFF2-40B4-BE49-F238E27FC236}">
                <a16:creationId xmlns:a16="http://schemas.microsoft.com/office/drawing/2014/main" id="{BB421FC5-A485-8CDD-4A4E-639CF8904BB1}"/>
              </a:ext>
            </a:extLst>
          </p:cNvPr>
          <p:cNvSpPr txBox="1"/>
          <p:nvPr/>
        </p:nvSpPr>
        <p:spPr>
          <a:xfrm>
            <a:off x="4610100" y="3848100"/>
            <a:ext cx="571500" cy="476250"/>
          </a:xfrm>
          <a:prstGeom prst="rect">
            <a:avLst/>
          </a:prstGeom>
          <a:noFill/>
        </p:spPr>
        <p:txBody>
          <a:bodyPr vert="horz" wrap="square" lIns="0" tIns="0" rIns="0" bIns="0" rtlCol="0" anchor="t">
            <a:noAutofit/>
          </a:bodyPr>
          <a:lstStyle/>
          <a:p>
            <a:r>
              <a:rPr lang="es-ES" sz="3000" b="1">
                <a:solidFill>
                  <a:srgbClr val="C1440E"/>
                </a:solidFill>
                <a:latin typeface="Segoe UI" panose="020B0502040204020203" pitchFamily="34" charset="0"/>
              </a:rPr>
              <a:t>✕</a:t>
            </a:r>
          </a:p>
        </p:txBody>
      </p:sp>
      <p:sp>
        <p:nvSpPr>
          <p:cNvPr id="15" name="CuadroTexto 14">
            <a:extLst>
              <a:ext uri="{FF2B5EF4-FFF2-40B4-BE49-F238E27FC236}">
                <a16:creationId xmlns:a16="http://schemas.microsoft.com/office/drawing/2014/main" id="{F3957E56-9B95-0617-AA17-265EBF2A00C4}"/>
              </a:ext>
            </a:extLst>
          </p:cNvPr>
          <p:cNvSpPr txBox="1"/>
          <p:nvPr/>
        </p:nvSpPr>
        <p:spPr>
          <a:xfrm>
            <a:off x="4610100" y="4400550"/>
            <a:ext cx="2971800" cy="342900"/>
          </a:xfrm>
          <a:prstGeom prst="rect">
            <a:avLst/>
          </a:prstGeom>
          <a:noFill/>
        </p:spPr>
        <p:txBody>
          <a:bodyPr vert="horz" wrap="square" lIns="0" tIns="0" rIns="0" bIns="0" rtlCol="0" anchor="t">
            <a:noAutofit/>
          </a:bodyPr>
          <a:lstStyle/>
          <a:p>
            <a:r>
              <a:rPr lang="es-ES" sz="1950" b="1">
                <a:solidFill>
                  <a:srgbClr val="023820"/>
                </a:solidFill>
                <a:latin typeface="Segoe UI" panose="020B0502040204020203" pitchFamily="34" charset="0"/>
              </a:rPr>
              <a:t>Descartamos</a:t>
            </a:r>
          </a:p>
        </p:txBody>
      </p:sp>
      <p:sp>
        <p:nvSpPr>
          <p:cNvPr id="16" name="CuadroTexto 15">
            <a:extLst>
              <a:ext uri="{FF2B5EF4-FFF2-40B4-BE49-F238E27FC236}">
                <a16:creationId xmlns:a16="http://schemas.microsoft.com/office/drawing/2014/main" id="{8F362E89-D3CF-413F-EA9E-7EAAD507FD17}"/>
              </a:ext>
            </a:extLst>
          </p:cNvPr>
          <p:cNvSpPr txBox="1"/>
          <p:nvPr/>
        </p:nvSpPr>
        <p:spPr>
          <a:xfrm>
            <a:off x="4610100" y="4800600"/>
            <a:ext cx="2971800" cy="666750"/>
          </a:xfrm>
          <a:prstGeom prst="rect">
            <a:avLst/>
          </a:prstGeom>
          <a:noFill/>
        </p:spPr>
        <p:txBody>
          <a:bodyPr vert="horz" wrap="square" lIns="0" tIns="0" rIns="0" bIns="0" rtlCol="0" anchor="t">
            <a:noAutofit/>
          </a:bodyPr>
          <a:lstStyle/>
          <a:p>
            <a:r>
              <a:rPr lang="es-ES" sz="1500">
                <a:solidFill>
                  <a:srgbClr val="5A4A3A"/>
                </a:solidFill>
                <a:latin typeface="Segoe UI" panose="020B0502040204020203" pitchFamily="34" charset="0"/>
              </a:rPr>
              <a:t>Cobrar una suscripción al usuario.</a:t>
            </a:r>
          </a:p>
        </p:txBody>
      </p:sp>
      <p:sp>
        <p:nvSpPr>
          <p:cNvPr id="17" name="Rectángulo: esquinas redondeadas 16">
            <a:extLst>
              <a:ext uri="{FF2B5EF4-FFF2-40B4-BE49-F238E27FC236}">
                <a16:creationId xmlns:a16="http://schemas.microsoft.com/office/drawing/2014/main" id="{3F06FBA1-1CF5-E3E8-259F-86E6CB0E21F7}"/>
              </a:ext>
            </a:extLst>
          </p:cNvPr>
          <p:cNvSpPr/>
          <p:nvPr/>
        </p:nvSpPr>
        <p:spPr>
          <a:xfrm>
            <a:off x="8077200" y="3619500"/>
            <a:ext cx="3505200" cy="2000250"/>
          </a:xfrm>
          <a:prstGeom prst="roundRect">
            <a:avLst>
              <a:gd name="adj" fmla="val 7000"/>
            </a:avLst>
          </a:prstGeom>
          <a:solidFill>
            <a:srgbClr val="FFFAEB"/>
          </a:solidFill>
          <a:ln w="9525">
            <a:solidFill>
              <a:srgbClr val="EDD9A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18" name="CuadroTexto 17">
            <a:extLst>
              <a:ext uri="{FF2B5EF4-FFF2-40B4-BE49-F238E27FC236}">
                <a16:creationId xmlns:a16="http://schemas.microsoft.com/office/drawing/2014/main" id="{7E947D32-5A3F-7698-E453-ED8FEFB2A347}"/>
              </a:ext>
            </a:extLst>
          </p:cNvPr>
          <p:cNvSpPr txBox="1"/>
          <p:nvPr/>
        </p:nvSpPr>
        <p:spPr>
          <a:xfrm>
            <a:off x="8343900" y="3848100"/>
            <a:ext cx="571500" cy="476250"/>
          </a:xfrm>
          <a:prstGeom prst="rect">
            <a:avLst/>
          </a:prstGeom>
          <a:noFill/>
        </p:spPr>
        <p:txBody>
          <a:bodyPr vert="horz" wrap="square" lIns="0" tIns="0" rIns="0" bIns="0" rtlCol="0" anchor="t">
            <a:noAutofit/>
          </a:bodyPr>
          <a:lstStyle/>
          <a:p>
            <a:r>
              <a:rPr lang="es-ES" sz="3000" b="1">
                <a:solidFill>
                  <a:srgbClr val="023820"/>
                </a:solidFill>
                <a:latin typeface="Segoe UI" panose="020B0502040204020203" pitchFamily="34" charset="0"/>
              </a:rPr>
              <a:t>→</a:t>
            </a:r>
          </a:p>
        </p:txBody>
      </p:sp>
      <p:sp>
        <p:nvSpPr>
          <p:cNvPr id="19" name="CuadroTexto 18">
            <a:extLst>
              <a:ext uri="{FF2B5EF4-FFF2-40B4-BE49-F238E27FC236}">
                <a16:creationId xmlns:a16="http://schemas.microsoft.com/office/drawing/2014/main" id="{2A3DDD49-D938-FB3F-0956-3333875AA902}"/>
              </a:ext>
            </a:extLst>
          </p:cNvPr>
          <p:cNvSpPr txBox="1"/>
          <p:nvPr/>
        </p:nvSpPr>
        <p:spPr>
          <a:xfrm>
            <a:off x="8343900" y="4400550"/>
            <a:ext cx="2971800" cy="342900"/>
          </a:xfrm>
          <a:prstGeom prst="rect">
            <a:avLst/>
          </a:prstGeom>
          <a:noFill/>
        </p:spPr>
        <p:txBody>
          <a:bodyPr vert="horz" wrap="square" lIns="0" tIns="0" rIns="0" bIns="0" rtlCol="0" anchor="t">
            <a:noAutofit/>
          </a:bodyPr>
          <a:lstStyle/>
          <a:p>
            <a:r>
              <a:rPr lang="es-ES" sz="1950" b="1">
                <a:solidFill>
                  <a:srgbClr val="023820"/>
                </a:solidFill>
                <a:latin typeface="Segoe UI" panose="020B0502040204020203" pitchFamily="34" charset="0"/>
              </a:rPr>
              <a:t>Siguiente experimento</a:t>
            </a:r>
          </a:p>
        </p:txBody>
      </p:sp>
      <p:sp>
        <p:nvSpPr>
          <p:cNvPr id="20" name="CuadroTexto 19">
            <a:extLst>
              <a:ext uri="{FF2B5EF4-FFF2-40B4-BE49-F238E27FC236}">
                <a16:creationId xmlns:a16="http://schemas.microsoft.com/office/drawing/2014/main" id="{8AA3BA7A-DD7E-D845-D2E8-8BAAC1AD4B74}"/>
              </a:ext>
            </a:extLst>
          </p:cNvPr>
          <p:cNvSpPr txBox="1"/>
          <p:nvPr/>
        </p:nvSpPr>
        <p:spPr>
          <a:xfrm>
            <a:off x="8343900" y="4800600"/>
            <a:ext cx="2971800" cy="666750"/>
          </a:xfrm>
          <a:prstGeom prst="rect">
            <a:avLst/>
          </a:prstGeom>
          <a:noFill/>
        </p:spPr>
        <p:txBody>
          <a:bodyPr vert="horz" wrap="square" lIns="0" tIns="0" rIns="0" bIns="0" rtlCol="0" anchor="t">
            <a:noAutofit/>
          </a:bodyPr>
          <a:lstStyle/>
          <a:p>
            <a:r>
              <a:rPr lang="es-ES" sz="1500">
                <a:solidFill>
                  <a:srgbClr val="5A4A3A"/>
                </a:solidFill>
                <a:latin typeface="Segoe UI" panose="020B0502040204020203" pitchFamily="34" charset="0"/>
              </a:rPr>
              <a:t>Explorar que paguen los locales y medir visitas reales desde la app.</a:t>
            </a:r>
          </a:p>
        </p:txBody>
      </p:sp>
    </p:spTree>
    <p:extLst>
      <p:ext uri="{BB962C8B-B14F-4D97-AF65-F5344CB8AC3E}">
        <p14:creationId xmlns:p14="http://schemas.microsoft.com/office/powerpoint/2010/main" val="6996358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1C9"/>
        </a:solidFill>
        <a:effectLst/>
      </p:bgPr>
    </p:bg>
    <p:spTree>
      <p:nvGrpSpPr>
        <p:cNvPr id="1" name=""/>
        <p:cNvGrpSpPr/>
        <p:nvPr/>
      </p:nvGrpSpPr>
      <p:grpSpPr>
        <a:xfrm>
          <a:off x="0" y="0"/>
          <a:ext cx="0" cy="0"/>
          <a:chOff x="0" y="0"/>
          <a:chExt cx="0" cy="0"/>
        </a:xfrm>
      </p:grpSpPr>
      <p:sp>
        <p:nvSpPr>
          <p:cNvPr id="2" name="Cabecera">
            <a:extLst>
              <a:ext uri="{FF2B5EF4-FFF2-40B4-BE49-F238E27FC236}">
                <a16:creationId xmlns:a16="http://schemas.microsoft.com/office/drawing/2014/main" id="{00C58495-71EA-1308-A707-309E0267B414}"/>
              </a:ext>
            </a:extLst>
          </p:cNvPr>
          <p:cNvSpPr/>
          <p:nvPr/>
        </p:nvSpPr>
        <p:spPr>
          <a:xfrm>
            <a:off x="0" y="0"/>
            <a:ext cx="12192000" cy="571500"/>
          </a:xfrm>
          <a:prstGeom prst="rect">
            <a:avLst/>
          </a:prstGeom>
          <a:solidFill>
            <a:srgbClr val="C1440E"/>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4" name="Logo" descr="Logo de FoodMatch">
            <a:extLst>
              <a:ext uri="{FF2B5EF4-FFF2-40B4-BE49-F238E27FC236}">
                <a16:creationId xmlns:a16="http://schemas.microsoft.com/office/drawing/2014/main" id="{A5FC1F88-43CF-E182-8551-87A465507982}"/>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266700" y="95250"/>
            <a:ext cx="381000" cy="381000"/>
          </a:xfrm>
          <a:prstGeom prst="roundRect">
            <a:avLst>
              <a:gd name="adj" fmla="val 25000"/>
            </a:avLst>
          </a:prstGeom>
        </p:spPr>
      </p:pic>
      <p:sp>
        <p:nvSpPr>
          <p:cNvPr id="5" name="Marca">
            <a:extLst>
              <a:ext uri="{FF2B5EF4-FFF2-40B4-BE49-F238E27FC236}">
                <a16:creationId xmlns:a16="http://schemas.microsoft.com/office/drawing/2014/main" id="{D90E81AA-AC06-EE3C-EA53-B55D489014D7}"/>
              </a:ext>
            </a:extLst>
          </p:cNvPr>
          <p:cNvSpPr txBox="1"/>
          <p:nvPr/>
        </p:nvSpPr>
        <p:spPr>
          <a:xfrm>
            <a:off x="781050" y="0"/>
            <a:ext cx="2857500" cy="571500"/>
          </a:xfrm>
          <a:prstGeom prst="rect">
            <a:avLst/>
          </a:prstGeom>
          <a:noFill/>
        </p:spPr>
        <p:txBody>
          <a:bodyPr vert="horz" wrap="square" lIns="0" tIns="0" rIns="0" bIns="0" rtlCol="0" anchor="ctr">
            <a:noAutofit/>
          </a:bodyPr>
          <a:lstStyle/>
          <a:p>
            <a:r>
              <a:rPr lang="es-ES" sz="1350" b="1">
                <a:solidFill>
                  <a:srgbClr val="FFFFFF"/>
                </a:solidFill>
                <a:latin typeface="Segoe UI" panose="020B0502040204020203" pitchFamily="34" charset="0"/>
              </a:rPr>
              <a:t>FoodMatch</a:t>
            </a:r>
          </a:p>
        </p:txBody>
      </p:sp>
      <p:sp>
        <p:nvSpPr>
          <p:cNvPr id="6" name="Número">
            <a:extLst>
              <a:ext uri="{FF2B5EF4-FFF2-40B4-BE49-F238E27FC236}">
                <a16:creationId xmlns:a16="http://schemas.microsoft.com/office/drawing/2014/main" id="{905BE718-9821-E5A2-36C8-48A077DF85F6}"/>
              </a:ext>
            </a:extLst>
          </p:cNvPr>
          <p:cNvSpPr txBox="1"/>
          <p:nvPr/>
        </p:nvSpPr>
        <p:spPr>
          <a:xfrm>
            <a:off x="9525000" y="0"/>
            <a:ext cx="2400300" cy="571500"/>
          </a:xfrm>
          <a:prstGeom prst="rect">
            <a:avLst/>
          </a:prstGeom>
          <a:noFill/>
        </p:spPr>
        <p:txBody>
          <a:bodyPr vert="horz" wrap="square" lIns="0" tIns="0" rIns="0" bIns="0" rtlCol="0" anchor="ctr">
            <a:noAutofit/>
          </a:bodyPr>
          <a:lstStyle/>
          <a:p>
            <a:pPr algn="r"/>
            <a:r>
              <a:rPr lang="es-ES" sz="1350" b="1">
                <a:solidFill>
                  <a:srgbClr val="FFFFFF"/>
                </a:solidFill>
                <a:latin typeface="Segoe UI" panose="020B0502040204020203" pitchFamily="34" charset="0"/>
              </a:rPr>
              <a:t>8 / 8</a:t>
            </a:r>
          </a:p>
        </p:txBody>
      </p:sp>
      <p:sp>
        <p:nvSpPr>
          <p:cNvPr id="7" name="Título">
            <a:extLst>
              <a:ext uri="{FF2B5EF4-FFF2-40B4-BE49-F238E27FC236}">
                <a16:creationId xmlns:a16="http://schemas.microsoft.com/office/drawing/2014/main" id="{2DBFAA0C-0DC9-2A28-3F92-7EB1276B614D}"/>
              </a:ext>
            </a:extLst>
          </p:cNvPr>
          <p:cNvSpPr txBox="1"/>
          <p:nvPr/>
        </p:nvSpPr>
        <p:spPr>
          <a:xfrm>
            <a:off x="609600" y="990600"/>
            <a:ext cx="10477500" cy="666750"/>
          </a:xfrm>
          <a:prstGeom prst="rect">
            <a:avLst/>
          </a:prstGeom>
          <a:noFill/>
        </p:spPr>
        <p:txBody>
          <a:bodyPr vert="horz" wrap="square" lIns="0" tIns="0" rIns="0" bIns="0" rtlCol="0" anchor="t">
            <a:noAutofit/>
          </a:bodyPr>
          <a:lstStyle/>
          <a:p>
            <a:r>
              <a:rPr lang="es-ES" sz="4200" b="1">
                <a:solidFill>
                  <a:srgbClr val="023820"/>
                </a:solidFill>
                <a:latin typeface="Segoe UI" panose="020B0502040204020203" pitchFamily="34" charset="0"/>
              </a:rPr>
              <a:t>Escanead el QR y probadlo</a:t>
            </a:r>
          </a:p>
        </p:txBody>
      </p:sp>
      <p:sp>
        <p:nvSpPr>
          <p:cNvPr id="8" name="Rectángulo: esquinas redondeadas 7">
            <a:extLst>
              <a:ext uri="{FF2B5EF4-FFF2-40B4-BE49-F238E27FC236}">
                <a16:creationId xmlns:a16="http://schemas.microsoft.com/office/drawing/2014/main" id="{D207B255-684D-B33E-2CDC-61680BC89409}"/>
              </a:ext>
            </a:extLst>
          </p:cNvPr>
          <p:cNvSpPr/>
          <p:nvPr/>
        </p:nvSpPr>
        <p:spPr>
          <a:xfrm>
            <a:off x="609600" y="1905000"/>
            <a:ext cx="3905250" cy="3905250"/>
          </a:xfrm>
          <a:prstGeom prst="roundRect">
            <a:avLst>
              <a:gd name="adj" fmla="val 6000"/>
            </a:avLst>
          </a:prstGeom>
          <a:solidFill>
            <a:srgbClr val="FFFFFF"/>
          </a:solidFill>
          <a:ln w="9525">
            <a:solidFill>
              <a:srgbClr val="EDD9A8"/>
            </a:solidFill>
          </a:ln>
          <a:effectLst>
            <a:outerShdw blurRad="152400" dist="50800" dir="5400000" rotWithShape="0">
              <a:srgbClr val="9A360B">
                <a:alpha val="18000"/>
              </a:srgb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10" name="Gráfico 9" descr="Código QR a Microsoft.Office.Interop.PowerPoint.ApplicationClass">
            <a:hlinkClick r:id="rId4"/>
            <a:extLst>
              <a:ext uri="{FF2B5EF4-FFF2-40B4-BE49-F238E27FC236}">
                <a16:creationId xmlns:a16="http://schemas.microsoft.com/office/drawing/2014/main" id="{0DDA274D-DF46-0E1C-5F89-86B7DF43F6CD}"/>
              </a:ext>
            </a:extLst>
          </p:cNvPr>
          <p:cNvPicPr>
            <a:picLocks/>
          </p:cNvPicPr>
          <p:nvPr/>
        </p:nvPicPr>
        <p:blipFill>
          <a:blip>
            <a:extLst>
              <a:ext uri="{96DAC541-7B7A-43D3-8B79-37D633B846F1}">
                <asvg:svgBlip xmlns:asvg="http://schemas.microsoft.com/office/drawing/2016/SVG/main" r:embed="rId5"/>
              </a:ext>
            </a:extLst>
          </a:blip>
          <a:stretch>
            <a:fillRect/>
          </a:stretch>
        </p:blipFill>
        <p:spPr>
          <a:xfrm>
            <a:off x="800100" y="2095500"/>
            <a:ext cx="3524250" cy="3524250"/>
          </a:xfrm>
          <a:prstGeom prst="rect">
            <a:avLst/>
          </a:prstGeom>
        </p:spPr>
      </p:pic>
      <p:pic>
        <p:nvPicPr>
          <p:cNvPr id="12" name="Imagen 11" descr="Logo de FoodMatch">
            <a:extLst>
              <a:ext uri="{FF2B5EF4-FFF2-40B4-BE49-F238E27FC236}">
                <a16:creationId xmlns:a16="http://schemas.microsoft.com/office/drawing/2014/main" id="{E5B839F6-F90E-B787-01C8-8576C00024EC}"/>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5143500" y="2095500"/>
            <a:ext cx="1333500" cy="1333500"/>
          </a:xfrm>
          <a:prstGeom prst="roundRect">
            <a:avLst>
              <a:gd name="adj" fmla="val 22000"/>
            </a:avLst>
          </a:prstGeom>
          <a:effectLst>
            <a:outerShdw blurRad="152400" dist="50800" dir="5400000" rotWithShape="0">
              <a:srgbClr val="C1440E">
                <a:alpha val="25000"/>
              </a:srgbClr>
            </a:outerShdw>
          </a:effectLst>
        </p:spPr>
      </p:pic>
      <p:sp>
        <p:nvSpPr>
          <p:cNvPr id="13" name="CuadroTexto 12">
            <a:extLst>
              <a:ext uri="{FF2B5EF4-FFF2-40B4-BE49-F238E27FC236}">
                <a16:creationId xmlns:a16="http://schemas.microsoft.com/office/drawing/2014/main" id="{8629613C-7CD3-0020-1CE0-1AA9B3FAC79F}"/>
              </a:ext>
            </a:extLst>
          </p:cNvPr>
          <p:cNvSpPr txBox="1"/>
          <p:nvPr/>
        </p:nvSpPr>
        <p:spPr>
          <a:xfrm>
            <a:off x="5143500" y="3714750"/>
            <a:ext cx="6477000" cy="1428750"/>
          </a:xfrm>
          <a:prstGeom prst="rect">
            <a:avLst/>
          </a:prstGeom>
          <a:noFill/>
        </p:spPr>
        <p:txBody>
          <a:bodyPr vert="horz" wrap="square" lIns="0" tIns="0" rIns="0" bIns="0" rtlCol="0" anchor="t">
            <a:noAutofit/>
          </a:bodyPr>
          <a:lstStyle/>
          <a:p>
            <a:r>
              <a:rPr lang="es-ES" sz="4800" b="1">
                <a:solidFill>
                  <a:srgbClr val="023820"/>
                </a:solidFill>
                <a:latin typeface="Segoe UI" panose="020B0502040204020203" pitchFamily="34" charset="0"/>
              </a:rPr>
              <a:t>Come bien, ve a lo seguro</a:t>
            </a:r>
          </a:p>
        </p:txBody>
      </p:sp>
      <p:sp>
        <p:nvSpPr>
          <p:cNvPr id="14" name="CuadroTexto 13">
            <a:extLst>
              <a:ext uri="{FF2B5EF4-FFF2-40B4-BE49-F238E27FC236}">
                <a16:creationId xmlns:a16="http://schemas.microsoft.com/office/drawing/2014/main" id="{12B8FBEA-478B-FE60-F269-1E480095E270}"/>
              </a:ext>
            </a:extLst>
          </p:cNvPr>
          <p:cNvSpPr txBox="1"/>
          <p:nvPr/>
        </p:nvSpPr>
        <p:spPr>
          <a:xfrm>
            <a:off x="5143500" y="5295900"/>
            <a:ext cx="6477000" cy="304800"/>
          </a:xfrm>
          <a:prstGeom prst="rect">
            <a:avLst/>
          </a:prstGeom>
          <a:noFill/>
        </p:spPr>
        <p:txBody>
          <a:bodyPr vert="horz" wrap="square" lIns="0" tIns="0" rIns="0" bIns="0" rtlCol="0" anchor="t">
            <a:noAutofit/>
          </a:bodyPr>
          <a:lstStyle/>
          <a:p>
            <a:r>
              <a:rPr lang="es-ES" sz="1650" b="1">
                <a:solidFill>
                  <a:srgbClr val="9A360B"/>
                </a:solidFill>
                <a:latin typeface="Segoe UI" panose="020B0502040204020203" pitchFamily="34" charset="0"/>
                <a:hlinkClick r:id="rId4">
                  <a:extLst>
                    <a:ext uri="{A12FA001-AC4F-418D-AE19-62706E023703}">
                      <ahyp:hlinkClr xmlns:ahyp="http://schemas.microsoft.com/office/drawing/2018/hyperlinkcolor" val="tx"/>
                    </a:ext>
                  </a:extLst>
                </a:hlinkClick>
              </a:rPr>
              <a:t>david-tell0.github.io/ed-equipo-2/app/</a:t>
            </a:r>
            <a:endParaRPr lang="es-ES" sz="1650" b="1">
              <a:solidFill>
                <a:srgbClr val="9A360B"/>
              </a:solidFill>
              <a:latin typeface="Segoe UI" panose="020B0502040204020203" pitchFamily="34" charset="0"/>
            </a:endParaRPr>
          </a:p>
        </p:txBody>
      </p:sp>
    </p:spTree>
    <p:extLst>
      <p:ext uri="{BB962C8B-B14F-4D97-AF65-F5344CB8AC3E}">
        <p14:creationId xmlns:p14="http://schemas.microsoft.com/office/powerpoint/2010/main" val="780081523"/>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793</Words>
  <Application>Microsoft Office PowerPoint</Application>
  <PresentationFormat>Personalizado</PresentationFormat>
  <Paragraphs>104</Paragraphs>
  <Slides>8</Slides>
  <Notes>8</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8</vt:i4>
      </vt:variant>
    </vt:vector>
  </HeadingPairs>
  <TitlesOfParts>
    <vt:vector size="13" baseType="lpstr">
      <vt:lpstr>Aptos</vt:lpstr>
      <vt:lpstr>Aptos Display</vt:lpstr>
      <vt:lpstr>Arial</vt:lpstr>
      <vt:lpstr>Segoe UI</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Paula Carpio Herrero</dc:creator>
  <cp:lastModifiedBy>Paula Carpio Herrero</cp:lastModifiedBy>
  <cp:revision>1</cp:revision>
  <dcterms:created xsi:type="dcterms:W3CDTF">2026-10-31T12:04:22Z</dcterms:created>
  <dcterms:modified xsi:type="dcterms:W3CDTF">2026-10-31T12:04:22Z</dcterms:modified>
</cp:coreProperties>
</file>